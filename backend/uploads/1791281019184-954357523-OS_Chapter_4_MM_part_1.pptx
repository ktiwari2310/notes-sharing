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3" r:id="rId4"/>
    <p:sldMasterId id="2147483654"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Lst>
  <p:sldSz cy="6858000" cx="9144000"/>
  <p:notesSz cx="9144000" cy="6858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880">
          <p15:clr>
            <a:srgbClr val="000000"/>
          </p15:clr>
        </p15:guide>
        <p15:guide id="2" pos="216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orient="horz"/>
        <p:guide pos="216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slide" Target="slides/slide56.xml"/><Relationship Id="rId61" Type="http://schemas.openxmlformats.org/officeDocument/2006/relationships/slide" Target="slides/slide55.xml"/><Relationship Id="rId20" Type="http://schemas.openxmlformats.org/officeDocument/2006/relationships/slide" Target="slides/slide14.xml"/><Relationship Id="rId64" Type="http://schemas.openxmlformats.org/officeDocument/2006/relationships/slide" Target="slides/slide58.xml"/><Relationship Id="rId63" Type="http://schemas.openxmlformats.org/officeDocument/2006/relationships/slide" Target="slides/slide57.xml"/><Relationship Id="rId22" Type="http://schemas.openxmlformats.org/officeDocument/2006/relationships/slide" Target="slides/slide16.xml"/><Relationship Id="rId66" Type="http://schemas.openxmlformats.org/officeDocument/2006/relationships/slide" Target="slides/slide60.xml"/><Relationship Id="rId21" Type="http://schemas.openxmlformats.org/officeDocument/2006/relationships/slide" Target="slides/slide15.xml"/><Relationship Id="rId65" Type="http://schemas.openxmlformats.org/officeDocument/2006/relationships/slide" Target="slides/slide59.xml"/><Relationship Id="rId24" Type="http://schemas.openxmlformats.org/officeDocument/2006/relationships/slide" Target="slides/slide18.xml"/><Relationship Id="rId23" Type="http://schemas.openxmlformats.org/officeDocument/2006/relationships/slide" Target="slides/slide17.xml"/><Relationship Id="rId60" Type="http://schemas.openxmlformats.org/officeDocument/2006/relationships/slide" Target="slides/slide54.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59" Type="http://schemas.openxmlformats.org/officeDocument/2006/relationships/slide" Target="slides/slide53.xml"/><Relationship Id="rId14" Type="http://schemas.openxmlformats.org/officeDocument/2006/relationships/slide" Target="slides/slide8.xml"/><Relationship Id="rId58" Type="http://schemas.openxmlformats.org/officeDocument/2006/relationships/slide" Target="slides/slide52.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914400" y="3257550"/>
            <a:ext cx="7315200" cy="30861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 name="Shape 53"/>
        <p:cNvGrpSpPr/>
        <p:nvPr/>
      </p:nvGrpSpPr>
      <p:grpSpPr>
        <a:xfrm>
          <a:off x="0" y="0"/>
          <a:ext cx="0" cy="0"/>
          <a:chOff x="0" y="0"/>
          <a:chExt cx="0" cy="0"/>
        </a:xfrm>
      </p:grpSpPr>
      <p:sp>
        <p:nvSpPr>
          <p:cNvPr id="54" name="Google Shape;54;p1: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1: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p2: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2: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p3: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3: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p4: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4: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p5: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5: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p6: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6: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7: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7: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8: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8: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9: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9: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10: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10: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11: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1: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12: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2: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13: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13: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14: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14: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15: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15: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16: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16: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17: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17: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18: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18: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19: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19: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20: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20: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21: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21: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p22: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22: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23: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23: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24: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24: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25: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25: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26: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26: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27: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27: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28: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28: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p29: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29: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30: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30: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31: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31: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32: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32: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p33: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33: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p34: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34: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35: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35: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p36: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36: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p37: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37: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p38: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38: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p39: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39: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p40: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40: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p41: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41: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p42: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42: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p43: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43: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p44: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44: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45: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45: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p46: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46: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p47: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47: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p48: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48: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p49: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49: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p50: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50: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51: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51: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p52: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52: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p53: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53: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p54: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54: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p55: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55: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p56: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p56: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p57: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57: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p58: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58: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p59: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3" name="Google Shape;403;p59: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p60: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60: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obj">
  <p:cSld name="OBJECT">
    <p:spTree>
      <p:nvGrpSpPr>
        <p:cNvPr id="16" name="Shape 16"/>
        <p:cNvGrpSpPr/>
        <p:nvPr/>
      </p:nvGrpSpPr>
      <p:grpSpPr>
        <a:xfrm>
          <a:off x="0" y="0"/>
          <a:ext cx="0" cy="0"/>
          <a:chOff x="0" y="0"/>
          <a:chExt cx="0" cy="0"/>
        </a:xfrm>
      </p:grpSpPr>
      <p:sp>
        <p:nvSpPr>
          <p:cNvPr id="17" name="Google Shape;17;p2"/>
          <p:cNvSpPr txBox="1"/>
          <p:nvPr>
            <p:ph type="ctrTitle"/>
          </p:nvPr>
        </p:nvSpPr>
        <p:spPr>
          <a:xfrm>
            <a:off x="916939" y="2166620"/>
            <a:ext cx="7310120" cy="84836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b="0" i="0">
                <a:solidFill>
                  <a:schemeClr val="dk1"/>
                </a:solidFill>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8" name="Google Shape;18;p2"/>
          <p:cNvSpPr txBox="1"/>
          <p:nvPr>
            <p:ph idx="1" type="subTitle"/>
          </p:nvPr>
        </p:nvSpPr>
        <p:spPr>
          <a:xfrm>
            <a:off x="1371600" y="3840480"/>
            <a:ext cx="6400800" cy="1714500"/>
          </a:xfrm>
          <a:prstGeom prst="rect">
            <a:avLst/>
          </a:prstGeom>
          <a:noFill/>
          <a:ln>
            <a:noFill/>
          </a:ln>
        </p:spPr>
        <p:txBody>
          <a:bodyPr anchorCtr="0" anchor="t" bIns="0" lIns="0" spcFirstLastPara="1" rIns="0" wrap="square" tIns="0">
            <a:spAutoFit/>
          </a:bodyPr>
          <a:lstStyle>
            <a:lvl1pPr lvl="0" algn="l">
              <a:spcBef>
                <a:spcPts val="640"/>
              </a:spcBef>
              <a:spcAft>
                <a:spcPts val="0"/>
              </a:spcAft>
              <a:buClr>
                <a:schemeClr val="dk1"/>
              </a:buClr>
              <a:buSzPts val="3200"/>
              <a:buFont typeface="Calibri"/>
              <a:buChar char="•"/>
              <a:defRPr/>
            </a:lvl1pPr>
            <a:lvl2pPr lvl="1" algn="l">
              <a:spcBef>
                <a:spcPts val="360"/>
              </a:spcBef>
              <a:spcAft>
                <a:spcPts val="0"/>
              </a:spcAft>
              <a:buClr>
                <a:schemeClr val="dk1"/>
              </a:buClr>
              <a:buSzPts val="1800"/>
              <a:buChar char="–"/>
              <a:defRPr/>
            </a:lvl2pPr>
            <a:lvl3pPr lvl="2" algn="l">
              <a:spcBef>
                <a:spcPts val="360"/>
              </a:spcBef>
              <a:spcAft>
                <a:spcPts val="0"/>
              </a:spcAft>
              <a:buClr>
                <a:schemeClr val="dk1"/>
              </a:buClr>
              <a:buSzPts val="1800"/>
              <a:buChar char="•"/>
              <a:defRPr/>
            </a:lvl3pPr>
            <a:lvl4pPr lvl="3" algn="l">
              <a:spcBef>
                <a:spcPts val="360"/>
              </a:spcBef>
              <a:spcAft>
                <a:spcPts val="0"/>
              </a:spcAft>
              <a:buClr>
                <a:schemeClr val="dk1"/>
              </a:buClr>
              <a:buSzPts val="1800"/>
              <a:buChar char="–"/>
              <a:defRPr/>
            </a:lvl4pPr>
            <a:lvl5pPr lvl="4" algn="l">
              <a:spcBef>
                <a:spcPts val="360"/>
              </a:spcBef>
              <a:spcAft>
                <a:spcPts val="0"/>
              </a:spcAft>
              <a:buClr>
                <a:schemeClr val="dk1"/>
              </a:buClr>
              <a:buSzPts val="1800"/>
              <a:buChar char="»"/>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2"/>
          <p:cNvSpPr txBox="1"/>
          <p:nvPr>
            <p:ph idx="11" type="ftr"/>
          </p:nvPr>
        </p:nvSpPr>
        <p:spPr>
          <a:xfrm>
            <a:off x="3108325" y="6378575"/>
            <a:ext cx="2927350" cy="3429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
          <p:cNvSpPr txBox="1"/>
          <p:nvPr>
            <p:ph idx="10" type="dt"/>
          </p:nvPr>
        </p:nvSpPr>
        <p:spPr>
          <a:xfrm>
            <a:off x="457200" y="6378575"/>
            <a:ext cx="2103437" cy="3429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2"/>
          <p:cNvSpPr txBox="1"/>
          <p:nvPr>
            <p:ph idx="12" type="sldNum"/>
          </p:nvPr>
        </p:nvSpPr>
        <p:spPr>
          <a:xfrm>
            <a:off x="6583362" y="6378575"/>
            <a:ext cx="2103437" cy="3429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898989"/>
              </a:buClr>
              <a:buSzPts val="1800"/>
              <a:buFont typeface="Calibri"/>
              <a:buNone/>
              <a:defRPr b="0" i="0" sz="1800" u="non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800"/>
              <a:buFont typeface="Calibri"/>
              <a:buNone/>
              <a:defRPr b="0" i="0" sz="1800" u="non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800"/>
              <a:buFont typeface="Calibri"/>
              <a:buNone/>
              <a:defRPr b="0" i="0" sz="1800" u="non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800"/>
              <a:buFont typeface="Calibri"/>
              <a:buNone/>
              <a:defRPr b="0" i="0" sz="1800" u="non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800"/>
              <a:buFont typeface="Calibri"/>
              <a:buNone/>
              <a:defRPr b="0" i="0" sz="1800" u="non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800"/>
              <a:buFont typeface="Calibri"/>
              <a:buNone/>
              <a:defRPr b="0" i="0" sz="1800" u="non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800"/>
              <a:buFont typeface="Calibri"/>
              <a:buNone/>
              <a:defRPr b="0" i="0" sz="1800" u="non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800"/>
              <a:buFont typeface="Calibri"/>
              <a:buNone/>
              <a:defRPr b="0" i="0" sz="1800" u="non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800"/>
              <a:buFont typeface="Calibri"/>
              <a:buNone/>
              <a:defRPr b="0" i="0" sz="1800" u="non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1" name="Shape 31"/>
        <p:cNvGrpSpPr/>
        <p:nvPr/>
      </p:nvGrpSpPr>
      <p:grpSpPr>
        <a:xfrm>
          <a:off x="0" y="0"/>
          <a:ext cx="0" cy="0"/>
          <a:chOff x="0" y="0"/>
          <a:chExt cx="0" cy="0"/>
        </a:xfrm>
      </p:grpSpPr>
      <p:sp>
        <p:nvSpPr>
          <p:cNvPr id="32" name="Google Shape;32;p4"/>
          <p:cNvSpPr txBox="1"/>
          <p:nvPr>
            <p:ph type="title"/>
          </p:nvPr>
        </p:nvSpPr>
        <p:spPr>
          <a:xfrm>
            <a:off x="1146175" y="-80962"/>
            <a:ext cx="6851650" cy="1762125"/>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b="0" i="0" sz="4600">
                <a:solidFill>
                  <a:srgbClr val="006FBF"/>
                </a:solidFill>
                <a:latin typeface="Cambria"/>
                <a:ea typeface="Cambria"/>
                <a:cs typeface="Cambria"/>
                <a:sym typeface="Cambria"/>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3" name="Google Shape;33;p4"/>
          <p:cNvSpPr txBox="1"/>
          <p:nvPr>
            <p:ph idx="1" type="body"/>
          </p:nvPr>
        </p:nvSpPr>
        <p:spPr>
          <a:xfrm>
            <a:off x="1108075" y="1633537"/>
            <a:ext cx="6545262" cy="3792537"/>
          </a:xfrm>
          <a:prstGeom prst="rect">
            <a:avLst/>
          </a:prstGeom>
          <a:noFill/>
          <a:ln>
            <a:noFill/>
          </a:ln>
        </p:spPr>
        <p:txBody>
          <a:bodyPr anchorCtr="0" anchor="t" bIns="0" lIns="0" spcFirstLastPara="1" rIns="0" wrap="square" tIns="0">
            <a:spAutoFit/>
          </a:bodyPr>
          <a:lstStyle>
            <a:lvl1pPr indent="-406400" lvl="0" marL="457200" algn="l">
              <a:spcBef>
                <a:spcPts val="560"/>
              </a:spcBef>
              <a:spcAft>
                <a:spcPts val="0"/>
              </a:spcAft>
              <a:buClr>
                <a:schemeClr val="dk1"/>
              </a:buClr>
              <a:buSzPts val="2800"/>
              <a:buFont typeface="Calibri"/>
              <a:buChar char="•"/>
              <a:defRPr b="0" i="0" sz="2800">
                <a:solidFill>
                  <a:schemeClr val="dk1"/>
                </a:solidFill>
                <a:latin typeface="Calibri"/>
                <a:ea typeface="Calibri"/>
                <a:cs typeface="Calibri"/>
                <a:sym typeface="Calibri"/>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4" name="Google Shape;34;p4"/>
          <p:cNvSpPr txBox="1"/>
          <p:nvPr>
            <p:ph idx="11" type="ftr"/>
          </p:nvPr>
        </p:nvSpPr>
        <p:spPr>
          <a:xfrm>
            <a:off x="3108325" y="6378575"/>
            <a:ext cx="2927350" cy="3429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4"/>
          <p:cNvSpPr txBox="1"/>
          <p:nvPr>
            <p:ph idx="10" type="dt"/>
          </p:nvPr>
        </p:nvSpPr>
        <p:spPr>
          <a:xfrm>
            <a:off x="457200" y="6378575"/>
            <a:ext cx="2103437" cy="3429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4"/>
          <p:cNvSpPr txBox="1"/>
          <p:nvPr>
            <p:ph idx="12" type="sldNum"/>
          </p:nvPr>
        </p:nvSpPr>
        <p:spPr>
          <a:xfrm>
            <a:off x="6583362" y="6378575"/>
            <a:ext cx="2103437" cy="3429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898989"/>
              </a:buClr>
              <a:buSzPts val="1800"/>
              <a:buFont typeface="Calibri"/>
              <a:buNone/>
              <a:defRPr b="0" i="0" sz="1800" u="non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800"/>
              <a:buFont typeface="Calibri"/>
              <a:buNone/>
              <a:defRPr b="0" i="0" sz="1800" u="non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800"/>
              <a:buFont typeface="Calibri"/>
              <a:buNone/>
              <a:defRPr b="0" i="0" sz="1800" u="non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800"/>
              <a:buFont typeface="Calibri"/>
              <a:buNone/>
              <a:defRPr b="0" i="0" sz="1800" u="non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800"/>
              <a:buFont typeface="Calibri"/>
              <a:buNone/>
              <a:defRPr b="0" i="0" sz="1800" u="non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800"/>
              <a:buFont typeface="Calibri"/>
              <a:buNone/>
              <a:defRPr b="0" i="0" sz="1800" u="non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800"/>
              <a:buFont typeface="Calibri"/>
              <a:buNone/>
              <a:defRPr b="0" i="0" sz="1800" u="non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800"/>
              <a:buFont typeface="Calibri"/>
              <a:buNone/>
              <a:defRPr b="0" i="0" sz="1800" u="non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800"/>
              <a:buFont typeface="Calibri"/>
              <a:buNone/>
              <a:defRPr b="0" i="0" sz="1800" u="non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37" name="Shape 37"/>
        <p:cNvGrpSpPr/>
        <p:nvPr/>
      </p:nvGrpSpPr>
      <p:grpSpPr>
        <a:xfrm>
          <a:off x="0" y="0"/>
          <a:ext cx="0" cy="0"/>
          <a:chOff x="0" y="0"/>
          <a:chExt cx="0" cy="0"/>
        </a:xfrm>
      </p:grpSpPr>
      <p:sp>
        <p:nvSpPr>
          <p:cNvPr id="38" name="Google Shape;38;p5"/>
          <p:cNvSpPr txBox="1"/>
          <p:nvPr>
            <p:ph type="title"/>
          </p:nvPr>
        </p:nvSpPr>
        <p:spPr>
          <a:xfrm>
            <a:off x="1146175" y="-80962"/>
            <a:ext cx="6851650" cy="1762125"/>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b="0" i="0" sz="4600">
                <a:solidFill>
                  <a:srgbClr val="006FBF"/>
                </a:solidFill>
                <a:latin typeface="Cambria"/>
                <a:ea typeface="Cambria"/>
                <a:cs typeface="Cambria"/>
                <a:sym typeface="Cambria"/>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9" name="Google Shape;39;p5"/>
          <p:cNvSpPr txBox="1"/>
          <p:nvPr>
            <p:ph idx="11" type="ftr"/>
          </p:nvPr>
        </p:nvSpPr>
        <p:spPr>
          <a:xfrm>
            <a:off x="3108325" y="6378575"/>
            <a:ext cx="2927350" cy="3429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5"/>
          <p:cNvSpPr txBox="1"/>
          <p:nvPr>
            <p:ph idx="10" type="dt"/>
          </p:nvPr>
        </p:nvSpPr>
        <p:spPr>
          <a:xfrm>
            <a:off x="457200" y="6378575"/>
            <a:ext cx="2103437" cy="3429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5"/>
          <p:cNvSpPr txBox="1"/>
          <p:nvPr>
            <p:ph idx="12" type="sldNum"/>
          </p:nvPr>
        </p:nvSpPr>
        <p:spPr>
          <a:xfrm>
            <a:off x="6583362" y="6378575"/>
            <a:ext cx="2103437" cy="3429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898989"/>
              </a:buClr>
              <a:buSzPts val="1800"/>
              <a:buFont typeface="Calibri"/>
              <a:buNone/>
              <a:defRPr b="0" i="0" sz="1800" u="non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800"/>
              <a:buFont typeface="Calibri"/>
              <a:buNone/>
              <a:defRPr b="0" i="0" sz="1800" u="non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800"/>
              <a:buFont typeface="Calibri"/>
              <a:buNone/>
              <a:defRPr b="0" i="0" sz="1800" u="non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800"/>
              <a:buFont typeface="Calibri"/>
              <a:buNone/>
              <a:defRPr b="0" i="0" sz="1800" u="non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800"/>
              <a:buFont typeface="Calibri"/>
              <a:buNone/>
              <a:defRPr b="0" i="0" sz="1800" u="non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800"/>
              <a:buFont typeface="Calibri"/>
              <a:buNone/>
              <a:defRPr b="0" i="0" sz="1800" u="non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800"/>
              <a:buFont typeface="Calibri"/>
              <a:buNone/>
              <a:defRPr b="0" i="0" sz="1800" u="non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800"/>
              <a:buFont typeface="Calibri"/>
              <a:buNone/>
              <a:defRPr b="0" i="0" sz="1800" u="non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800"/>
              <a:buFont typeface="Calibri"/>
              <a:buNone/>
              <a:defRPr b="0" i="0" sz="1800" u="non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42" name="Shape 42"/>
        <p:cNvGrpSpPr/>
        <p:nvPr/>
      </p:nvGrpSpPr>
      <p:grpSpPr>
        <a:xfrm>
          <a:off x="0" y="0"/>
          <a:ext cx="0" cy="0"/>
          <a:chOff x="0" y="0"/>
          <a:chExt cx="0" cy="0"/>
        </a:xfrm>
      </p:grpSpPr>
      <p:sp>
        <p:nvSpPr>
          <p:cNvPr id="43" name="Google Shape;43;p6"/>
          <p:cNvSpPr txBox="1"/>
          <p:nvPr>
            <p:ph idx="11" type="ftr"/>
          </p:nvPr>
        </p:nvSpPr>
        <p:spPr>
          <a:xfrm>
            <a:off x="3108325" y="6378575"/>
            <a:ext cx="2927350" cy="3429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6"/>
          <p:cNvSpPr txBox="1"/>
          <p:nvPr>
            <p:ph idx="10" type="dt"/>
          </p:nvPr>
        </p:nvSpPr>
        <p:spPr>
          <a:xfrm>
            <a:off x="457200" y="6378575"/>
            <a:ext cx="2103437" cy="3429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6"/>
          <p:cNvSpPr txBox="1"/>
          <p:nvPr>
            <p:ph idx="12" type="sldNum"/>
          </p:nvPr>
        </p:nvSpPr>
        <p:spPr>
          <a:xfrm>
            <a:off x="6583362" y="6378575"/>
            <a:ext cx="2103437" cy="3429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898989"/>
              </a:buClr>
              <a:buSzPts val="1800"/>
              <a:buFont typeface="Calibri"/>
              <a:buNone/>
              <a:defRPr b="0" i="0" sz="1800" u="non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800"/>
              <a:buFont typeface="Calibri"/>
              <a:buNone/>
              <a:defRPr b="0" i="0" sz="1800" u="non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800"/>
              <a:buFont typeface="Calibri"/>
              <a:buNone/>
              <a:defRPr b="0" i="0" sz="1800" u="non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800"/>
              <a:buFont typeface="Calibri"/>
              <a:buNone/>
              <a:defRPr b="0" i="0" sz="1800" u="non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800"/>
              <a:buFont typeface="Calibri"/>
              <a:buNone/>
              <a:defRPr b="0" i="0" sz="1800" u="non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800"/>
              <a:buFont typeface="Calibri"/>
              <a:buNone/>
              <a:defRPr b="0" i="0" sz="1800" u="non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800"/>
              <a:buFont typeface="Calibri"/>
              <a:buNone/>
              <a:defRPr b="0" i="0" sz="1800" u="non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800"/>
              <a:buFont typeface="Calibri"/>
              <a:buNone/>
              <a:defRPr b="0" i="0" sz="1800" u="non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800"/>
              <a:buFont typeface="Calibri"/>
              <a:buNone/>
              <a:defRPr b="0" i="0" sz="1800" u="non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46" name="Shape 46"/>
        <p:cNvGrpSpPr/>
        <p:nvPr/>
      </p:nvGrpSpPr>
      <p:grpSpPr>
        <a:xfrm>
          <a:off x="0" y="0"/>
          <a:ext cx="0" cy="0"/>
          <a:chOff x="0" y="0"/>
          <a:chExt cx="0" cy="0"/>
        </a:xfrm>
      </p:grpSpPr>
      <p:sp>
        <p:nvSpPr>
          <p:cNvPr id="47" name="Google Shape;47;p7"/>
          <p:cNvSpPr txBox="1"/>
          <p:nvPr>
            <p:ph type="title"/>
          </p:nvPr>
        </p:nvSpPr>
        <p:spPr>
          <a:xfrm>
            <a:off x="1146175" y="-80962"/>
            <a:ext cx="6851650" cy="1762125"/>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b="0" i="0" sz="4600">
                <a:solidFill>
                  <a:srgbClr val="006FBF"/>
                </a:solidFill>
                <a:latin typeface="Cambria"/>
                <a:ea typeface="Cambria"/>
                <a:cs typeface="Cambria"/>
                <a:sym typeface="Cambria"/>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8" name="Google Shape;48;p7"/>
          <p:cNvSpPr txBox="1"/>
          <p:nvPr>
            <p:ph idx="1" type="body"/>
          </p:nvPr>
        </p:nvSpPr>
        <p:spPr>
          <a:xfrm>
            <a:off x="457200" y="1577340"/>
            <a:ext cx="3977640" cy="4526280"/>
          </a:xfrm>
          <a:prstGeom prst="rect">
            <a:avLst/>
          </a:prstGeom>
          <a:noFill/>
          <a:ln>
            <a:noFill/>
          </a:ln>
        </p:spPr>
        <p:txBody>
          <a:bodyPr anchorCtr="0" anchor="t" bIns="0" lIns="0" spcFirstLastPara="1" rIns="0" wrap="square" tIns="0">
            <a:spAutoFit/>
          </a:bodyPr>
          <a:lstStyle>
            <a:lvl1pPr indent="-431800" lvl="0" marL="457200" algn="l">
              <a:spcBef>
                <a:spcPts val="640"/>
              </a:spcBef>
              <a:spcAft>
                <a:spcPts val="0"/>
              </a:spcAft>
              <a:buClr>
                <a:schemeClr val="dk1"/>
              </a:buClr>
              <a:buSzPts val="3200"/>
              <a:buFont typeface="Calibri"/>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9" name="Google Shape;49;p7"/>
          <p:cNvSpPr txBox="1"/>
          <p:nvPr>
            <p:ph idx="2" type="body"/>
          </p:nvPr>
        </p:nvSpPr>
        <p:spPr>
          <a:xfrm>
            <a:off x="4709160" y="1577340"/>
            <a:ext cx="3977640" cy="4526280"/>
          </a:xfrm>
          <a:prstGeom prst="rect">
            <a:avLst/>
          </a:prstGeom>
          <a:noFill/>
          <a:ln>
            <a:noFill/>
          </a:ln>
        </p:spPr>
        <p:txBody>
          <a:bodyPr anchorCtr="0" anchor="t" bIns="0" lIns="0" spcFirstLastPara="1" rIns="0" wrap="square" tIns="0">
            <a:spAutoFit/>
          </a:bodyPr>
          <a:lstStyle>
            <a:lvl1pPr indent="-431800" lvl="0" marL="457200" algn="l">
              <a:spcBef>
                <a:spcPts val="640"/>
              </a:spcBef>
              <a:spcAft>
                <a:spcPts val="0"/>
              </a:spcAft>
              <a:buClr>
                <a:schemeClr val="dk1"/>
              </a:buClr>
              <a:buSzPts val="3200"/>
              <a:buFont typeface="Calibri"/>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50" name="Google Shape;50;p7"/>
          <p:cNvSpPr txBox="1"/>
          <p:nvPr>
            <p:ph idx="11" type="ftr"/>
          </p:nvPr>
        </p:nvSpPr>
        <p:spPr>
          <a:xfrm>
            <a:off x="3108325" y="6378575"/>
            <a:ext cx="2927350" cy="3429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7"/>
          <p:cNvSpPr txBox="1"/>
          <p:nvPr>
            <p:ph idx="10" type="dt"/>
          </p:nvPr>
        </p:nvSpPr>
        <p:spPr>
          <a:xfrm>
            <a:off x="457200" y="6378575"/>
            <a:ext cx="2103437" cy="3429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7"/>
          <p:cNvSpPr txBox="1"/>
          <p:nvPr>
            <p:ph idx="12" type="sldNum"/>
          </p:nvPr>
        </p:nvSpPr>
        <p:spPr>
          <a:xfrm>
            <a:off x="6583362" y="6378575"/>
            <a:ext cx="2103437" cy="3429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898989"/>
              </a:buClr>
              <a:buSzPts val="1800"/>
              <a:buFont typeface="Calibri"/>
              <a:buNone/>
              <a:defRPr b="0" i="0" sz="1800" u="non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800"/>
              <a:buFont typeface="Calibri"/>
              <a:buNone/>
              <a:defRPr b="0" i="0" sz="1800" u="non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800"/>
              <a:buFont typeface="Calibri"/>
              <a:buNone/>
              <a:defRPr b="0" i="0" sz="1800" u="non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800"/>
              <a:buFont typeface="Calibri"/>
              <a:buNone/>
              <a:defRPr b="0" i="0" sz="1800" u="non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800"/>
              <a:buFont typeface="Calibri"/>
              <a:buNone/>
              <a:defRPr b="0" i="0" sz="1800" u="non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800"/>
              <a:buFont typeface="Calibri"/>
              <a:buNone/>
              <a:defRPr b="0" i="0" sz="1800" u="non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800"/>
              <a:buFont typeface="Calibri"/>
              <a:buNone/>
              <a:defRPr b="0" i="0" sz="1800" u="non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800"/>
              <a:buFont typeface="Calibri"/>
              <a:buNone/>
              <a:defRPr b="0" i="0" sz="1800" u="non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800"/>
              <a:buFont typeface="Calibri"/>
              <a:buNone/>
              <a:defRPr b="0" i="0" sz="1800" u="non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jpg"/><Relationship Id="rId2" Type="http://schemas.openxmlformats.org/officeDocument/2006/relationships/slideLayout" Target="../slideLayouts/slideLayout1.xml"/><Relationship Id="rId3"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Layout" Target="../slideLayouts/slideLayout3.xml"/><Relationship Id="rId3" Type="http://schemas.openxmlformats.org/officeDocument/2006/relationships/slideLayout" Target="../slideLayouts/slideLayout4.xml"/><Relationship Id="rId4" Type="http://schemas.openxmlformats.org/officeDocument/2006/relationships/slideLayout" Target="../slideLayouts/slideLayout5.xml"/><Relationship Id="rId5"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p:nvPr/>
        </p:nvSpPr>
        <p:spPr>
          <a:xfrm>
            <a:off x="685800" y="3124200"/>
            <a:ext cx="76200" cy="3733800"/>
          </a:xfrm>
          <a:custGeom>
            <a:rect b="b" l="l" r="r" t="t"/>
            <a:pathLst>
              <a:path extrusionOk="0" h="3733800" w="76200">
                <a:moveTo>
                  <a:pt x="0" y="3733800"/>
                </a:moveTo>
                <a:lnTo>
                  <a:pt x="76200" y="3733800"/>
                </a:lnTo>
                <a:lnTo>
                  <a:pt x="76200" y="0"/>
                </a:lnTo>
                <a:lnTo>
                  <a:pt x="0" y="0"/>
                </a:lnTo>
                <a:lnTo>
                  <a:pt x="0" y="3733800"/>
                </a:lnTo>
                <a:close/>
              </a:path>
            </a:pathLst>
          </a:custGeom>
          <a:solidFill>
            <a:srgbClr val="FFBF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7" name="Google Shape;7;p1"/>
          <p:cNvSpPr/>
          <p:nvPr/>
        </p:nvSpPr>
        <p:spPr>
          <a:xfrm>
            <a:off x="685800" y="0"/>
            <a:ext cx="76200" cy="3048000"/>
          </a:xfrm>
          <a:custGeom>
            <a:rect b="b" l="l" r="r" t="t"/>
            <a:pathLst>
              <a:path extrusionOk="0" h="3048000" w="76200">
                <a:moveTo>
                  <a:pt x="0" y="3048000"/>
                </a:moveTo>
                <a:lnTo>
                  <a:pt x="76200" y="3048000"/>
                </a:lnTo>
                <a:lnTo>
                  <a:pt x="76200" y="0"/>
                </a:lnTo>
                <a:lnTo>
                  <a:pt x="0" y="0"/>
                </a:lnTo>
                <a:lnTo>
                  <a:pt x="0" y="3048000"/>
                </a:lnTo>
                <a:close/>
              </a:path>
            </a:pathLst>
          </a:custGeom>
          <a:solidFill>
            <a:srgbClr val="FFBF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8" name="Google Shape;8;p1"/>
          <p:cNvSpPr/>
          <p:nvPr/>
        </p:nvSpPr>
        <p:spPr>
          <a:xfrm>
            <a:off x="0" y="0"/>
            <a:ext cx="685800" cy="6858000"/>
          </a:xfrm>
          <a:custGeom>
            <a:rect b="b" l="l" r="r" t="t"/>
            <a:pathLst>
              <a:path extrusionOk="0" h="6858000" w="685800">
                <a:moveTo>
                  <a:pt x="685800" y="6858000"/>
                </a:moveTo>
                <a:lnTo>
                  <a:pt x="0" y="6858000"/>
                </a:lnTo>
                <a:lnTo>
                  <a:pt x="0" y="0"/>
                </a:lnTo>
                <a:lnTo>
                  <a:pt x="685800" y="0"/>
                </a:lnTo>
                <a:lnTo>
                  <a:pt x="685800" y="6858000"/>
                </a:lnTo>
                <a:close/>
              </a:path>
            </a:pathLst>
          </a:custGeom>
          <a:solidFill>
            <a:srgbClr val="2E5796"/>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9" name="Google Shape;9;p1"/>
          <p:cNvSpPr txBox="1"/>
          <p:nvPr/>
        </p:nvSpPr>
        <p:spPr>
          <a:xfrm>
            <a:off x="838200" y="4991100"/>
            <a:ext cx="8305800" cy="1855787"/>
          </a:xfrm>
          <a:prstGeom prst="rect">
            <a:avLst/>
          </a:prstGeom>
          <a:blipFill rotWithShape="1">
            <a:blip r:embed="rId1">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0" name="Google Shape;10;p1"/>
          <p:cNvSpPr/>
          <p:nvPr/>
        </p:nvSpPr>
        <p:spPr>
          <a:xfrm>
            <a:off x="685800" y="3048000"/>
            <a:ext cx="8458200" cy="76200"/>
          </a:xfrm>
          <a:custGeom>
            <a:rect b="b" l="l" r="r" t="t"/>
            <a:pathLst>
              <a:path extrusionOk="0" h="76200" w="8458200">
                <a:moveTo>
                  <a:pt x="8458200" y="0"/>
                </a:moveTo>
                <a:lnTo>
                  <a:pt x="0" y="0"/>
                </a:lnTo>
                <a:lnTo>
                  <a:pt x="0" y="76200"/>
                </a:lnTo>
                <a:lnTo>
                  <a:pt x="8458200" y="76200"/>
                </a:lnTo>
                <a:lnTo>
                  <a:pt x="8458200" y="0"/>
                </a:lnTo>
                <a:close/>
              </a:path>
            </a:pathLst>
          </a:custGeom>
          <a:solidFill>
            <a:srgbClr val="BF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1" name="Google Shape;11;p1"/>
          <p:cNvSpPr txBox="1"/>
          <p:nvPr>
            <p:ph type="title"/>
          </p:nvPr>
        </p:nvSpPr>
        <p:spPr>
          <a:xfrm>
            <a:off x="1146175" y="-80962"/>
            <a:ext cx="6851650" cy="1762125"/>
          </a:xfrm>
          <a:prstGeom prst="rect">
            <a:avLst/>
          </a:prstGeom>
          <a:noFill/>
          <a:ln>
            <a:noFill/>
          </a:ln>
        </p:spPr>
        <p:txBody>
          <a:bodyPr anchorCtr="0" anchor="t" bIns="0" lIns="0" spcFirstLastPara="1" rIns="0" wrap="square" tIns="0">
            <a:spAutoFit/>
          </a:bodyPr>
          <a:lstStyle>
            <a:lvl1pPr lvl="0" marR="0" rtl="0" algn="ctr">
              <a:spcBef>
                <a:spcPts val="0"/>
              </a:spcBef>
              <a:spcAft>
                <a:spcPts val="0"/>
              </a:spcAft>
              <a:buSzPts val="1400"/>
              <a:buNone/>
              <a:defRPr b="0" i="0" sz="4400" u="none" cap="none" strike="noStrike">
                <a:solidFill>
                  <a:schemeClr val="dk2"/>
                </a:solidFill>
                <a:latin typeface="Calibri"/>
                <a:ea typeface="Calibri"/>
                <a:cs typeface="Calibri"/>
                <a:sym typeface="Calibri"/>
              </a:defRPr>
            </a:lvl1pPr>
            <a:lvl2pPr lvl="1" marR="0" rtl="0" algn="ctr">
              <a:spcBef>
                <a:spcPts val="0"/>
              </a:spcBef>
              <a:spcAft>
                <a:spcPts val="0"/>
              </a:spcAft>
              <a:buSzPts val="1400"/>
              <a:buNone/>
              <a:defRPr b="0" i="0" sz="4400" u="none" cap="none" strike="noStrike">
                <a:solidFill>
                  <a:schemeClr val="dk2"/>
                </a:solidFill>
                <a:latin typeface="Calibri"/>
                <a:ea typeface="Calibri"/>
                <a:cs typeface="Calibri"/>
                <a:sym typeface="Calibri"/>
              </a:defRPr>
            </a:lvl2pPr>
            <a:lvl3pPr lvl="2" marR="0" rtl="0" algn="ctr">
              <a:spcBef>
                <a:spcPts val="0"/>
              </a:spcBef>
              <a:spcAft>
                <a:spcPts val="0"/>
              </a:spcAft>
              <a:buSzPts val="1400"/>
              <a:buNone/>
              <a:defRPr b="0" i="0" sz="4400" u="none" cap="none" strike="noStrike">
                <a:solidFill>
                  <a:schemeClr val="dk2"/>
                </a:solidFill>
                <a:latin typeface="Calibri"/>
                <a:ea typeface="Calibri"/>
                <a:cs typeface="Calibri"/>
                <a:sym typeface="Calibri"/>
              </a:defRPr>
            </a:lvl3pPr>
            <a:lvl4pPr lvl="3" marR="0" rtl="0" algn="ctr">
              <a:spcBef>
                <a:spcPts val="0"/>
              </a:spcBef>
              <a:spcAft>
                <a:spcPts val="0"/>
              </a:spcAft>
              <a:buSzPts val="1400"/>
              <a:buNone/>
              <a:defRPr b="0" i="0" sz="4400" u="none" cap="none" strike="noStrike">
                <a:solidFill>
                  <a:schemeClr val="dk2"/>
                </a:solidFill>
                <a:latin typeface="Calibri"/>
                <a:ea typeface="Calibri"/>
                <a:cs typeface="Calibri"/>
                <a:sym typeface="Calibri"/>
              </a:defRPr>
            </a:lvl4pPr>
            <a:lvl5pPr lvl="4" marR="0" rtl="0" algn="ctr">
              <a:spcBef>
                <a:spcPts val="0"/>
              </a:spcBef>
              <a:spcAft>
                <a:spcPts val="0"/>
              </a:spcAft>
              <a:buSzPts val="1400"/>
              <a:buNone/>
              <a:defRPr b="0" i="0" sz="4400" u="none" cap="none" strike="noStrike">
                <a:solidFill>
                  <a:schemeClr val="dk2"/>
                </a:solidFill>
                <a:latin typeface="Calibri"/>
                <a:ea typeface="Calibri"/>
                <a:cs typeface="Calibri"/>
                <a:sym typeface="Calibri"/>
              </a:defRPr>
            </a:lvl5pPr>
            <a:lvl6pPr lvl="5" marR="0" rtl="0" algn="ctr">
              <a:spcBef>
                <a:spcPts val="0"/>
              </a:spcBef>
              <a:spcAft>
                <a:spcPts val="0"/>
              </a:spcAft>
              <a:buSzPts val="1400"/>
              <a:buNone/>
              <a:defRPr b="0" i="0" sz="4400" u="none" cap="none" strike="noStrike">
                <a:solidFill>
                  <a:schemeClr val="dk2"/>
                </a:solidFill>
                <a:latin typeface="Calibri"/>
                <a:ea typeface="Calibri"/>
                <a:cs typeface="Calibri"/>
                <a:sym typeface="Calibri"/>
              </a:defRPr>
            </a:lvl6pPr>
            <a:lvl7pPr lvl="6" marR="0" rtl="0" algn="ctr">
              <a:spcBef>
                <a:spcPts val="0"/>
              </a:spcBef>
              <a:spcAft>
                <a:spcPts val="0"/>
              </a:spcAft>
              <a:buSzPts val="1400"/>
              <a:buNone/>
              <a:defRPr b="0" i="0" sz="4400" u="none" cap="none" strike="noStrike">
                <a:solidFill>
                  <a:schemeClr val="dk2"/>
                </a:solidFill>
                <a:latin typeface="Calibri"/>
                <a:ea typeface="Calibri"/>
                <a:cs typeface="Calibri"/>
                <a:sym typeface="Calibri"/>
              </a:defRPr>
            </a:lvl7pPr>
            <a:lvl8pPr lvl="7" marR="0" rtl="0" algn="ctr">
              <a:spcBef>
                <a:spcPts val="0"/>
              </a:spcBef>
              <a:spcAft>
                <a:spcPts val="0"/>
              </a:spcAft>
              <a:buSzPts val="1400"/>
              <a:buNone/>
              <a:defRPr b="0" i="0" sz="4400" u="none" cap="none" strike="noStrike">
                <a:solidFill>
                  <a:schemeClr val="dk2"/>
                </a:solidFill>
                <a:latin typeface="Calibri"/>
                <a:ea typeface="Calibri"/>
                <a:cs typeface="Calibri"/>
                <a:sym typeface="Calibri"/>
              </a:defRPr>
            </a:lvl8pPr>
            <a:lvl9pPr lvl="8" marR="0" rtl="0" algn="ctr">
              <a:spcBef>
                <a:spcPts val="0"/>
              </a:spcBef>
              <a:spcAft>
                <a:spcPts val="0"/>
              </a:spcAft>
              <a:buSzPts val="1400"/>
              <a:buNone/>
              <a:defRPr b="0" i="0" sz="4400" u="none" cap="none" strike="noStrike">
                <a:solidFill>
                  <a:schemeClr val="dk2"/>
                </a:solidFill>
                <a:latin typeface="Calibri"/>
                <a:ea typeface="Calibri"/>
                <a:cs typeface="Calibri"/>
                <a:sym typeface="Calibri"/>
              </a:defRPr>
            </a:lvl9pPr>
          </a:lstStyle>
          <a:p/>
        </p:txBody>
      </p:sp>
      <p:sp>
        <p:nvSpPr>
          <p:cNvPr id="12" name="Google Shape;12;p1"/>
          <p:cNvSpPr txBox="1"/>
          <p:nvPr>
            <p:ph idx="1" type="body"/>
          </p:nvPr>
        </p:nvSpPr>
        <p:spPr>
          <a:xfrm>
            <a:off x="1108075" y="1633537"/>
            <a:ext cx="6545262" cy="3792537"/>
          </a:xfrm>
          <a:prstGeom prst="rect">
            <a:avLst/>
          </a:prstGeom>
          <a:noFill/>
          <a:ln>
            <a:noFill/>
          </a:ln>
        </p:spPr>
        <p:txBody>
          <a:bodyPr anchorCtr="0" anchor="t" bIns="0" lIns="0" spcFirstLastPara="1" rIns="0" wrap="square" tIns="0">
            <a:spAutoFit/>
          </a:bodyPr>
          <a:lstStyle>
            <a:lvl1pPr indent="-431800" lvl="0" marL="457200" marR="0" rtl="0" algn="l">
              <a:spcBef>
                <a:spcPts val="640"/>
              </a:spcBef>
              <a:spcAft>
                <a:spcPts val="0"/>
              </a:spcAft>
              <a:buClr>
                <a:schemeClr val="dk1"/>
              </a:buClr>
              <a:buSzPts val="3200"/>
              <a:buFont typeface="Calibri"/>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Calibri"/>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Calibri"/>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Calibri"/>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Calibri"/>
              <a:buChar char="»"/>
              <a:defRPr b="0" i="0" sz="20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800" u="none" cap="none" strike="noStrike">
                <a:latin typeface="Calibri"/>
                <a:ea typeface="Calibri"/>
                <a:cs typeface="Calibri"/>
                <a:sym typeface="Calibri"/>
              </a:defRPr>
            </a:lvl6pPr>
            <a:lvl7pPr indent="-228600" lvl="6" marL="3200400" marR="0" rtl="0" algn="l">
              <a:spcBef>
                <a:spcPts val="0"/>
              </a:spcBef>
              <a:spcAft>
                <a:spcPts val="0"/>
              </a:spcAft>
              <a:buSzPts val="1400"/>
              <a:buNone/>
              <a:defRPr b="0" i="0" sz="1800" u="none" cap="none" strike="noStrike">
                <a:latin typeface="Calibri"/>
                <a:ea typeface="Calibri"/>
                <a:cs typeface="Calibri"/>
                <a:sym typeface="Calibri"/>
              </a:defRPr>
            </a:lvl7pPr>
            <a:lvl8pPr indent="-228600" lvl="7" marL="3657600" marR="0" rtl="0" algn="l">
              <a:spcBef>
                <a:spcPts val="0"/>
              </a:spcBef>
              <a:spcAft>
                <a:spcPts val="0"/>
              </a:spcAft>
              <a:buSzPts val="1400"/>
              <a:buNone/>
              <a:defRPr b="0" i="0" sz="1800" u="none" cap="none" strike="noStrike">
                <a:latin typeface="Calibri"/>
                <a:ea typeface="Calibri"/>
                <a:cs typeface="Calibri"/>
                <a:sym typeface="Calibri"/>
              </a:defRPr>
            </a:lvl8pPr>
            <a:lvl9pPr indent="-228600" lvl="8" marL="4114800" marR="0" rtl="0" algn="l">
              <a:spcBef>
                <a:spcPts val="0"/>
              </a:spcBef>
              <a:spcAft>
                <a:spcPts val="0"/>
              </a:spcAft>
              <a:buSzPts val="1400"/>
              <a:buNone/>
              <a:defRPr b="0" i="0" sz="1800" u="none" cap="none" strike="noStrike">
                <a:latin typeface="Calibri"/>
                <a:ea typeface="Calibri"/>
                <a:cs typeface="Calibri"/>
                <a:sym typeface="Calibri"/>
              </a:defRPr>
            </a:lvl9pPr>
          </a:lstStyle>
          <a:p/>
        </p:txBody>
      </p:sp>
      <p:sp>
        <p:nvSpPr>
          <p:cNvPr id="13" name="Google Shape;13;p1"/>
          <p:cNvSpPr txBox="1"/>
          <p:nvPr>
            <p:ph idx="11" type="ftr"/>
          </p:nvPr>
        </p:nvSpPr>
        <p:spPr>
          <a:xfrm>
            <a:off x="3108325" y="6378575"/>
            <a:ext cx="2927350" cy="342900"/>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SzPts val="1400"/>
              <a:buNone/>
              <a:defRPr b="0" i="0" sz="1800" u="none">
                <a:solidFill>
                  <a:schemeClr val="dk1"/>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4" name="Google Shape;14;p1"/>
          <p:cNvSpPr txBox="1"/>
          <p:nvPr>
            <p:ph idx="10" type="dt"/>
          </p:nvPr>
        </p:nvSpPr>
        <p:spPr>
          <a:xfrm>
            <a:off x="457200" y="6378575"/>
            <a:ext cx="2103437" cy="342900"/>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SzPts val="1400"/>
              <a:buNone/>
              <a:defRPr b="0" i="0" sz="1800" u="none">
                <a:solidFill>
                  <a:srgbClr val="898989"/>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5" name="Google Shape;15;p1"/>
          <p:cNvSpPr txBox="1"/>
          <p:nvPr>
            <p:ph idx="12" type="sldNum"/>
          </p:nvPr>
        </p:nvSpPr>
        <p:spPr>
          <a:xfrm>
            <a:off x="6583362" y="6378575"/>
            <a:ext cx="2103437" cy="342900"/>
          </a:xfrm>
          <a:prstGeom prst="rect">
            <a:avLst/>
          </a:prstGeom>
          <a:noFill/>
          <a:ln>
            <a:noFill/>
          </a:ln>
        </p:spPr>
        <p:txBody>
          <a:bodyPr anchorCtr="0" anchor="t" bIns="0" lIns="0" spcFirstLastPara="1" rIns="0" wrap="square" tIns="0">
            <a:spAutoFit/>
          </a:bodyPr>
          <a:lstStyle>
            <a:lvl1pPr indent="0" lvl="0" marL="0" marR="0" rtl="0" algn="r">
              <a:lnSpc>
                <a:spcPct val="100000"/>
              </a:lnSpc>
              <a:spcBef>
                <a:spcPts val="0"/>
              </a:spcBef>
              <a:spcAft>
                <a:spcPts val="0"/>
              </a:spcAft>
              <a:buClr>
                <a:srgbClr val="898989"/>
              </a:buClr>
              <a:buSzPts val="1800"/>
              <a:buFont typeface="Calibri"/>
              <a:buNone/>
              <a:defRPr b="0" i="0" sz="1800" u="none">
                <a:solidFill>
                  <a:srgbClr val="898989"/>
                </a:solidFill>
                <a:latin typeface="Calibri"/>
                <a:ea typeface="Calibri"/>
                <a:cs typeface="Calibri"/>
                <a:sym typeface="Calibri"/>
              </a:defRPr>
            </a:lvl1pPr>
            <a:lvl2pPr indent="0" lvl="1" marL="0" marR="0" rtl="0" algn="r">
              <a:lnSpc>
                <a:spcPct val="100000"/>
              </a:lnSpc>
              <a:spcBef>
                <a:spcPts val="0"/>
              </a:spcBef>
              <a:spcAft>
                <a:spcPts val="0"/>
              </a:spcAft>
              <a:buClr>
                <a:srgbClr val="898989"/>
              </a:buClr>
              <a:buSzPts val="1800"/>
              <a:buFont typeface="Calibri"/>
              <a:buNone/>
              <a:defRPr b="0" i="0" sz="1800" u="none">
                <a:solidFill>
                  <a:srgbClr val="898989"/>
                </a:solidFill>
                <a:latin typeface="Calibri"/>
                <a:ea typeface="Calibri"/>
                <a:cs typeface="Calibri"/>
                <a:sym typeface="Calibri"/>
              </a:defRPr>
            </a:lvl2pPr>
            <a:lvl3pPr indent="0" lvl="2" marL="0" marR="0" rtl="0" algn="r">
              <a:lnSpc>
                <a:spcPct val="100000"/>
              </a:lnSpc>
              <a:spcBef>
                <a:spcPts val="0"/>
              </a:spcBef>
              <a:spcAft>
                <a:spcPts val="0"/>
              </a:spcAft>
              <a:buClr>
                <a:srgbClr val="898989"/>
              </a:buClr>
              <a:buSzPts val="1800"/>
              <a:buFont typeface="Calibri"/>
              <a:buNone/>
              <a:defRPr b="0" i="0" sz="1800" u="none">
                <a:solidFill>
                  <a:srgbClr val="898989"/>
                </a:solidFill>
                <a:latin typeface="Calibri"/>
                <a:ea typeface="Calibri"/>
                <a:cs typeface="Calibri"/>
                <a:sym typeface="Calibri"/>
              </a:defRPr>
            </a:lvl3pPr>
            <a:lvl4pPr indent="0" lvl="3" marL="0" marR="0" rtl="0" algn="r">
              <a:lnSpc>
                <a:spcPct val="100000"/>
              </a:lnSpc>
              <a:spcBef>
                <a:spcPts val="0"/>
              </a:spcBef>
              <a:spcAft>
                <a:spcPts val="0"/>
              </a:spcAft>
              <a:buClr>
                <a:srgbClr val="898989"/>
              </a:buClr>
              <a:buSzPts val="1800"/>
              <a:buFont typeface="Calibri"/>
              <a:buNone/>
              <a:defRPr b="0" i="0" sz="1800" u="none">
                <a:solidFill>
                  <a:srgbClr val="898989"/>
                </a:solidFill>
                <a:latin typeface="Calibri"/>
                <a:ea typeface="Calibri"/>
                <a:cs typeface="Calibri"/>
                <a:sym typeface="Calibri"/>
              </a:defRPr>
            </a:lvl4pPr>
            <a:lvl5pPr indent="0" lvl="4" marL="0" marR="0" rtl="0" algn="r">
              <a:lnSpc>
                <a:spcPct val="100000"/>
              </a:lnSpc>
              <a:spcBef>
                <a:spcPts val="0"/>
              </a:spcBef>
              <a:spcAft>
                <a:spcPts val="0"/>
              </a:spcAft>
              <a:buClr>
                <a:srgbClr val="898989"/>
              </a:buClr>
              <a:buSzPts val="1800"/>
              <a:buFont typeface="Calibri"/>
              <a:buNone/>
              <a:defRPr b="0" i="0" sz="1800" u="none">
                <a:solidFill>
                  <a:srgbClr val="898989"/>
                </a:solidFill>
                <a:latin typeface="Calibri"/>
                <a:ea typeface="Calibri"/>
                <a:cs typeface="Calibri"/>
                <a:sym typeface="Calibri"/>
              </a:defRPr>
            </a:lvl5pPr>
            <a:lvl6pPr indent="0" lvl="5" marL="0" marR="0" rtl="0" algn="r">
              <a:lnSpc>
                <a:spcPct val="100000"/>
              </a:lnSpc>
              <a:spcBef>
                <a:spcPts val="0"/>
              </a:spcBef>
              <a:spcAft>
                <a:spcPts val="0"/>
              </a:spcAft>
              <a:buClr>
                <a:srgbClr val="898989"/>
              </a:buClr>
              <a:buSzPts val="1800"/>
              <a:buFont typeface="Calibri"/>
              <a:buNone/>
              <a:defRPr b="0" i="0" sz="1800" u="none">
                <a:solidFill>
                  <a:srgbClr val="898989"/>
                </a:solidFill>
                <a:latin typeface="Calibri"/>
                <a:ea typeface="Calibri"/>
                <a:cs typeface="Calibri"/>
                <a:sym typeface="Calibri"/>
              </a:defRPr>
            </a:lvl6pPr>
            <a:lvl7pPr indent="0" lvl="6" marL="0" marR="0" rtl="0" algn="r">
              <a:lnSpc>
                <a:spcPct val="100000"/>
              </a:lnSpc>
              <a:spcBef>
                <a:spcPts val="0"/>
              </a:spcBef>
              <a:spcAft>
                <a:spcPts val="0"/>
              </a:spcAft>
              <a:buClr>
                <a:srgbClr val="898989"/>
              </a:buClr>
              <a:buSzPts val="1800"/>
              <a:buFont typeface="Calibri"/>
              <a:buNone/>
              <a:defRPr b="0" i="0" sz="1800" u="none">
                <a:solidFill>
                  <a:srgbClr val="898989"/>
                </a:solidFill>
                <a:latin typeface="Calibri"/>
                <a:ea typeface="Calibri"/>
                <a:cs typeface="Calibri"/>
                <a:sym typeface="Calibri"/>
              </a:defRPr>
            </a:lvl7pPr>
            <a:lvl8pPr indent="0" lvl="7" marL="0" marR="0" rtl="0" algn="r">
              <a:lnSpc>
                <a:spcPct val="100000"/>
              </a:lnSpc>
              <a:spcBef>
                <a:spcPts val="0"/>
              </a:spcBef>
              <a:spcAft>
                <a:spcPts val="0"/>
              </a:spcAft>
              <a:buClr>
                <a:srgbClr val="898989"/>
              </a:buClr>
              <a:buSzPts val="1800"/>
              <a:buFont typeface="Calibri"/>
              <a:buNone/>
              <a:defRPr b="0" i="0" sz="1800" u="none">
                <a:solidFill>
                  <a:srgbClr val="898989"/>
                </a:solidFill>
                <a:latin typeface="Calibri"/>
                <a:ea typeface="Calibri"/>
                <a:cs typeface="Calibri"/>
                <a:sym typeface="Calibri"/>
              </a:defRPr>
            </a:lvl8pPr>
            <a:lvl9pPr indent="0" lvl="8" marL="0" marR="0" rtl="0" algn="r">
              <a:lnSpc>
                <a:spcPct val="100000"/>
              </a:lnSpc>
              <a:spcBef>
                <a:spcPts val="0"/>
              </a:spcBef>
              <a:spcAft>
                <a:spcPts val="0"/>
              </a:spcAft>
              <a:buClr>
                <a:srgbClr val="898989"/>
              </a:buClr>
              <a:buSzPts val="1800"/>
              <a:buFont typeface="Calibri"/>
              <a:buNone/>
              <a:defRPr b="0" i="0" sz="1800" u="non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8"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2" name="Shape 22"/>
        <p:cNvGrpSpPr/>
        <p:nvPr/>
      </p:nvGrpSpPr>
      <p:grpSpPr>
        <a:xfrm>
          <a:off x="0" y="0"/>
          <a:ext cx="0" cy="0"/>
          <a:chOff x="0" y="0"/>
          <a:chExt cx="0" cy="0"/>
        </a:xfrm>
      </p:grpSpPr>
      <p:sp>
        <p:nvSpPr>
          <p:cNvPr id="23" name="Google Shape;23;p3"/>
          <p:cNvSpPr/>
          <p:nvPr/>
        </p:nvSpPr>
        <p:spPr>
          <a:xfrm>
            <a:off x="685800" y="0"/>
            <a:ext cx="76200" cy="6858000"/>
          </a:xfrm>
          <a:custGeom>
            <a:rect b="b" l="l" r="r" t="t"/>
            <a:pathLst>
              <a:path extrusionOk="0" h="6858000" w="76200">
                <a:moveTo>
                  <a:pt x="76200" y="1600200"/>
                </a:moveTo>
                <a:lnTo>
                  <a:pt x="0" y="1600200"/>
                </a:lnTo>
                <a:lnTo>
                  <a:pt x="0" y="6858000"/>
                </a:lnTo>
                <a:lnTo>
                  <a:pt x="76200" y="6858000"/>
                </a:lnTo>
                <a:lnTo>
                  <a:pt x="76200" y="1600200"/>
                </a:lnTo>
                <a:close/>
              </a:path>
              <a:path extrusionOk="0" h="6858000" w="76200">
                <a:moveTo>
                  <a:pt x="76200" y="0"/>
                </a:moveTo>
                <a:lnTo>
                  <a:pt x="0" y="0"/>
                </a:lnTo>
                <a:lnTo>
                  <a:pt x="0" y="1524000"/>
                </a:lnTo>
                <a:lnTo>
                  <a:pt x="76200" y="1524000"/>
                </a:lnTo>
                <a:lnTo>
                  <a:pt x="76200" y="0"/>
                </a:lnTo>
                <a:close/>
              </a:path>
            </a:pathLst>
          </a:custGeom>
          <a:solidFill>
            <a:srgbClr val="FFBF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4" name="Google Shape;24;p3"/>
          <p:cNvSpPr/>
          <p:nvPr/>
        </p:nvSpPr>
        <p:spPr>
          <a:xfrm>
            <a:off x="0" y="0"/>
            <a:ext cx="685800" cy="6858000"/>
          </a:xfrm>
          <a:custGeom>
            <a:rect b="b" l="l" r="r" t="t"/>
            <a:pathLst>
              <a:path extrusionOk="0" h="6858000" w="685800">
                <a:moveTo>
                  <a:pt x="685800" y="6858000"/>
                </a:moveTo>
                <a:lnTo>
                  <a:pt x="0" y="6858000"/>
                </a:lnTo>
                <a:lnTo>
                  <a:pt x="0" y="0"/>
                </a:lnTo>
                <a:lnTo>
                  <a:pt x="685800" y="0"/>
                </a:lnTo>
                <a:lnTo>
                  <a:pt x="685800" y="6858000"/>
                </a:lnTo>
                <a:close/>
              </a:path>
            </a:pathLst>
          </a:custGeom>
          <a:solidFill>
            <a:srgbClr val="2E5796"/>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5" name="Google Shape;25;p3"/>
          <p:cNvSpPr/>
          <p:nvPr/>
        </p:nvSpPr>
        <p:spPr>
          <a:xfrm>
            <a:off x="685800" y="1524000"/>
            <a:ext cx="8458200" cy="76200"/>
          </a:xfrm>
          <a:custGeom>
            <a:rect b="b" l="l" r="r" t="t"/>
            <a:pathLst>
              <a:path extrusionOk="0" h="76200" w="8458200">
                <a:moveTo>
                  <a:pt x="8458200" y="0"/>
                </a:moveTo>
                <a:lnTo>
                  <a:pt x="0" y="0"/>
                </a:lnTo>
                <a:lnTo>
                  <a:pt x="0" y="76200"/>
                </a:lnTo>
                <a:lnTo>
                  <a:pt x="8458200" y="76200"/>
                </a:lnTo>
                <a:lnTo>
                  <a:pt x="8458200" y="0"/>
                </a:lnTo>
                <a:close/>
              </a:path>
            </a:pathLst>
          </a:custGeom>
          <a:solidFill>
            <a:srgbClr val="BF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6" name="Google Shape;26;p3"/>
          <p:cNvSpPr txBox="1"/>
          <p:nvPr>
            <p:ph type="title"/>
          </p:nvPr>
        </p:nvSpPr>
        <p:spPr>
          <a:xfrm>
            <a:off x="1146175" y="-80962"/>
            <a:ext cx="6851650" cy="1762125"/>
          </a:xfrm>
          <a:prstGeom prst="rect">
            <a:avLst/>
          </a:prstGeom>
          <a:noFill/>
          <a:ln>
            <a:noFill/>
          </a:ln>
        </p:spPr>
        <p:txBody>
          <a:bodyPr anchorCtr="0" anchor="t" bIns="0" lIns="0" spcFirstLastPara="1" rIns="0" wrap="square" tIns="0">
            <a:spAutoFit/>
          </a:bodyPr>
          <a:lstStyle>
            <a:lvl1pPr lvl="0" marR="0" rtl="0" algn="ctr">
              <a:spcBef>
                <a:spcPts val="0"/>
              </a:spcBef>
              <a:spcAft>
                <a:spcPts val="0"/>
              </a:spcAft>
              <a:buSzPts val="1400"/>
              <a:buNone/>
              <a:defRPr b="0" i="0" sz="4400" u="none" cap="none" strike="noStrike">
                <a:solidFill>
                  <a:schemeClr val="dk2"/>
                </a:solidFill>
                <a:latin typeface="Calibri"/>
                <a:ea typeface="Calibri"/>
                <a:cs typeface="Calibri"/>
                <a:sym typeface="Calibri"/>
              </a:defRPr>
            </a:lvl1pPr>
            <a:lvl2pPr lvl="1" marR="0" rtl="0" algn="ctr">
              <a:spcBef>
                <a:spcPts val="0"/>
              </a:spcBef>
              <a:spcAft>
                <a:spcPts val="0"/>
              </a:spcAft>
              <a:buSzPts val="1400"/>
              <a:buNone/>
              <a:defRPr b="0" i="0" sz="4400" u="none" cap="none" strike="noStrike">
                <a:solidFill>
                  <a:schemeClr val="dk2"/>
                </a:solidFill>
                <a:latin typeface="Calibri"/>
                <a:ea typeface="Calibri"/>
                <a:cs typeface="Calibri"/>
                <a:sym typeface="Calibri"/>
              </a:defRPr>
            </a:lvl2pPr>
            <a:lvl3pPr lvl="2" marR="0" rtl="0" algn="ctr">
              <a:spcBef>
                <a:spcPts val="0"/>
              </a:spcBef>
              <a:spcAft>
                <a:spcPts val="0"/>
              </a:spcAft>
              <a:buSzPts val="1400"/>
              <a:buNone/>
              <a:defRPr b="0" i="0" sz="4400" u="none" cap="none" strike="noStrike">
                <a:solidFill>
                  <a:schemeClr val="dk2"/>
                </a:solidFill>
                <a:latin typeface="Calibri"/>
                <a:ea typeface="Calibri"/>
                <a:cs typeface="Calibri"/>
                <a:sym typeface="Calibri"/>
              </a:defRPr>
            </a:lvl3pPr>
            <a:lvl4pPr lvl="3" marR="0" rtl="0" algn="ctr">
              <a:spcBef>
                <a:spcPts val="0"/>
              </a:spcBef>
              <a:spcAft>
                <a:spcPts val="0"/>
              </a:spcAft>
              <a:buSzPts val="1400"/>
              <a:buNone/>
              <a:defRPr b="0" i="0" sz="4400" u="none" cap="none" strike="noStrike">
                <a:solidFill>
                  <a:schemeClr val="dk2"/>
                </a:solidFill>
                <a:latin typeface="Calibri"/>
                <a:ea typeface="Calibri"/>
                <a:cs typeface="Calibri"/>
                <a:sym typeface="Calibri"/>
              </a:defRPr>
            </a:lvl4pPr>
            <a:lvl5pPr lvl="4" marR="0" rtl="0" algn="ctr">
              <a:spcBef>
                <a:spcPts val="0"/>
              </a:spcBef>
              <a:spcAft>
                <a:spcPts val="0"/>
              </a:spcAft>
              <a:buSzPts val="1400"/>
              <a:buNone/>
              <a:defRPr b="0" i="0" sz="4400" u="none" cap="none" strike="noStrike">
                <a:solidFill>
                  <a:schemeClr val="dk2"/>
                </a:solidFill>
                <a:latin typeface="Calibri"/>
                <a:ea typeface="Calibri"/>
                <a:cs typeface="Calibri"/>
                <a:sym typeface="Calibri"/>
              </a:defRPr>
            </a:lvl5pPr>
            <a:lvl6pPr lvl="5" marR="0" rtl="0" algn="ctr">
              <a:spcBef>
                <a:spcPts val="0"/>
              </a:spcBef>
              <a:spcAft>
                <a:spcPts val="0"/>
              </a:spcAft>
              <a:buSzPts val="1400"/>
              <a:buNone/>
              <a:defRPr b="0" i="0" sz="4400" u="none" cap="none" strike="noStrike">
                <a:solidFill>
                  <a:schemeClr val="dk2"/>
                </a:solidFill>
                <a:latin typeface="Calibri"/>
                <a:ea typeface="Calibri"/>
                <a:cs typeface="Calibri"/>
                <a:sym typeface="Calibri"/>
              </a:defRPr>
            </a:lvl6pPr>
            <a:lvl7pPr lvl="6" marR="0" rtl="0" algn="ctr">
              <a:spcBef>
                <a:spcPts val="0"/>
              </a:spcBef>
              <a:spcAft>
                <a:spcPts val="0"/>
              </a:spcAft>
              <a:buSzPts val="1400"/>
              <a:buNone/>
              <a:defRPr b="0" i="0" sz="4400" u="none" cap="none" strike="noStrike">
                <a:solidFill>
                  <a:schemeClr val="dk2"/>
                </a:solidFill>
                <a:latin typeface="Calibri"/>
                <a:ea typeface="Calibri"/>
                <a:cs typeface="Calibri"/>
                <a:sym typeface="Calibri"/>
              </a:defRPr>
            </a:lvl7pPr>
            <a:lvl8pPr lvl="7" marR="0" rtl="0" algn="ctr">
              <a:spcBef>
                <a:spcPts val="0"/>
              </a:spcBef>
              <a:spcAft>
                <a:spcPts val="0"/>
              </a:spcAft>
              <a:buSzPts val="1400"/>
              <a:buNone/>
              <a:defRPr b="0" i="0" sz="4400" u="none" cap="none" strike="noStrike">
                <a:solidFill>
                  <a:schemeClr val="dk2"/>
                </a:solidFill>
                <a:latin typeface="Calibri"/>
                <a:ea typeface="Calibri"/>
                <a:cs typeface="Calibri"/>
                <a:sym typeface="Calibri"/>
              </a:defRPr>
            </a:lvl8pPr>
            <a:lvl9pPr lvl="8" marR="0" rtl="0" algn="ctr">
              <a:spcBef>
                <a:spcPts val="0"/>
              </a:spcBef>
              <a:spcAft>
                <a:spcPts val="0"/>
              </a:spcAft>
              <a:buSzPts val="1400"/>
              <a:buNone/>
              <a:defRPr b="0" i="0" sz="4400" u="none" cap="none" strike="noStrike">
                <a:solidFill>
                  <a:schemeClr val="dk2"/>
                </a:solidFill>
                <a:latin typeface="Calibri"/>
                <a:ea typeface="Calibri"/>
                <a:cs typeface="Calibri"/>
                <a:sym typeface="Calibri"/>
              </a:defRPr>
            </a:lvl9pPr>
          </a:lstStyle>
          <a:p/>
        </p:txBody>
      </p:sp>
      <p:sp>
        <p:nvSpPr>
          <p:cNvPr id="27" name="Google Shape;27;p3"/>
          <p:cNvSpPr txBox="1"/>
          <p:nvPr>
            <p:ph idx="1" type="body"/>
          </p:nvPr>
        </p:nvSpPr>
        <p:spPr>
          <a:xfrm>
            <a:off x="1108075" y="1633537"/>
            <a:ext cx="6545262" cy="3792537"/>
          </a:xfrm>
          <a:prstGeom prst="rect">
            <a:avLst/>
          </a:prstGeom>
          <a:noFill/>
          <a:ln>
            <a:noFill/>
          </a:ln>
        </p:spPr>
        <p:txBody>
          <a:bodyPr anchorCtr="0" anchor="t" bIns="0" lIns="0" spcFirstLastPara="1" rIns="0" wrap="square" tIns="0">
            <a:spAutoFit/>
          </a:bodyPr>
          <a:lstStyle>
            <a:lvl1pPr indent="-431800" lvl="0" marL="457200" marR="0" rtl="0" algn="l">
              <a:spcBef>
                <a:spcPts val="640"/>
              </a:spcBef>
              <a:spcAft>
                <a:spcPts val="0"/>
              </a:spcAft>
              <a:buClr>
                <a:schemeClr val="dk1"/>
              </a:buClr>
              <a:buSzPts val="3200"/>
              <a:buFont typeface="Calibri"/>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Calibri"/>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Calibri"/>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Calibri"/>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Calibri"/>
              <a:buChar char="»"/>
              <a:defRPr b="0" i="0" sz="20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800" u="none" cap="none" strike="noStrike">
                <a:latin typeface="Calibri"/>
                <a:ea typeface="Calibri"/>
                <a:cs typeface="Calibri"/>
                <a:sym typeface="Calibri"/>
              </a:defRPr>
            </a:lvl6pPr>
            <a:lvl7pPr indent="-228600" lvl="6" marL="3200400" marR="0" rtl="0" algn="l">
              <a:spcBef>
                <a:spcPts val="0"/>
              </a:spcBef>
              <a:spcAft>
                <a:spcPts val="0"/>
              </a:spcAft>
              <a:buSzPts val="1400"/>
              <a:buNone/>
              <a:defRPr b="0" i="0" sz="1800" u="none" cap="none" strike="noStrike">
                <a:latin typeface="Calibri"/>
                <a:ea typeface="Calibri"/>
                <a:cs typeface="Calibri"/>
                <a:sym typeface="Calibri"/>
              </a:defRPr>
            </a:lvl7pPr>
            <a:lvl8pPr indent="-228600" lvl="7" marL="3657600" marR="0" rtl="0" algn="l">
              <a:spcBef>
                <a:spcPts val="0"/>
              </a:spcBef>
              <a:spcAft>
                <a:spcPts val="0"/>
              </a:spcAft>
              <a:buSzPts val="1400"/>
              <a:buNone/>
              <a:defRPr b="0" i="0" sz="1800" u="none" cap="none" strike="noStrike">
                <a:latin typeface="Calibri"/>
                <a:ea typeface="Calibri"/>
                <a:cs typeface="Calibri"/>
                <a:sym typeface="Calibri"/>
              </a:defRPr>
            </a:lvl8pPr>
            <a:lvl9pPr indent="-228600" lvl="8" marL="4114800" marR="0" rtl="0" algn="l">
              <a:spcBef>
                <a:spcPts val="0"/>
              </a:spcBef>
              <a:spcAft>
                <a:spcPts val="0"/>
              </a:spcAft>
              <a:buSzPts val="1400"/>
              <a:buNone/>
              <a:defRPr b="0" i="0" sz="1800" u="none" cap="none" strike="noStrike">
                <a:latin typeface="Calibri"/>
                <a:ea typeface="Calibri"/>
                <a:cs typeface="Calibri"/>
                <a:sym typeface="Calibri"/>
              </a:defRPr>
            </a:lvl9pPr>
          </a:lstStyle>
          <a:p/>
        </p:txBody>
      </p:sp>
      <p:sp>
        <p:nvSpPr>
          <p:cNvPr id="28" name="Google Shape;28;p3"/>
          <p:cNvSpPr txBox="1"/>
          <p:nvPr>
            <p:ph idx="11" type="ftr"/>
          </p:nvPr>
        </p:nvSpPr>
        <p:spPr>
          <a:xfrm>
            <a:off x="3108325" y="6378575"/>
            <a:ext cx="2927350" cy="342900"/>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SzPts val="1400"/>
              <a:buNone/>
              <a:defRPr b="0" i="0" sz="1800" u="none">
                <a:solidFill>
                  <a:schemeClr val="dk1"/>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29" name="Google Shape;29;p3"/>
          <p:cNvSpPr txBox="1"/>
          <p:nvPr>
            <p:ph idx="10" type="dt"/>
          </p:nvPr>
        </p:nvSpPr>
        <p:spPr>
          <a:xfrm>
            <a:off x="457200" y="6378575"/>
            <a:ext cx="2103437" cy="342900"/>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SzPts val="1400"/>
              <a:buNone/>
              <a:defRPr b="0" i="0" sz="1800" u="none">
                <a:solidFill>
                  <a:srgbClr val="898989"/>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30" name="Google Shape;30;p3"/>
          <p:cNvSpPr txBox="1"/>
          <p:nvPr>
            <p:ph idx="12" type="sldNum"/>
          </p:nvPr>
        </p:nvSpPr>
        <p:spPr>
          <a:xfrm>
            <a:off x="6583362" y="6378575"/>
            <a:ext cx="2103437" cy="342900"/>
          </a:xfrm>
          <a:prstGeom prst="rect">
            <a:avLst/>
          </a:prstGeom>
          <a:noFill/>
          <a:ln>
            <a:noFill/>
          </a:ln>
        </p:spPr>
        <p:txBody>
          <a:bodyPr anchorCtr="0" anchor="t" bIns="0" lIns="0" spcFirstLastPara="1" rIns="0" wrap="square" tIns="0">
            <a:spAutoFit/>
          </a:bodyPr>
          <a:lstStyle>
            <a:lvl1pPr indent="0" lvl="0" marL="0" marR="0" rtl="0" algn="r">
              <a:lnSpc>
                <a:spcPct val="100000"/>
              </a:lnSpc>
              <a:spcBef>
                <a:spcPts val="0"/>
              </a:spcBef>
              <a:spcAft>
                <a:spcPts val="0"/>
              </a:spcAft>
              <a:buClr>
                <a:srgbClr val="898989"/>
              </a:buClr>
              <a:buSzPts val="1800"/>
              <a:buFont typeface="Calibri"/>
              <a:buNone/>
              <a:defRPr b="0" i="0" sz="1800" u="none">
                <a:solidFill>
                  <a:srgbClr val="898989"/>
                </a:solidFill>
                <a:latin typeface="Calibri"/>
                <a:ea typeface="Calibri"/>
                <a:cs typeface="Calibri"/>
                <a:sym typeface="Calibri"/>
              </a:defRPr>
            </a:lvl1pPr>
            <a:lvl2pPr indent="0" lvl="1" marL="0" marR="0" rtl="0" algn="r">
              <a:lnSpc>
                <a:spcPct val="100000"/>
              </a:lnSpc>
              <a:spcBef>
                <a:spcPts val="0"/>
              </a:spcBef>
              <a:spcAft>
                <a:spcPts val="0"/>
              </a:spcAft>
              <a:buClr>
                <a:srgbClr val="898989"/>
              </a:buClr>
              <a:buSzPts val="1800"/>
              <a:buFont typeface="Calibri"/>
              <a:buNone/>
              <a:defRPr b="0" i="0" sz="1800" u="none">
                <a:solidFill>
                  <a:srgbClr val="898989"/>
                </a:solidFill>
                <a:latin typeface="Calibri"/>
                <a:ea typeface="Calibri"/>
                <a:cs typeface="Calibri"/>
                <a:sym typeface="Calibri"/>
              </a:defRPr>
            </a:lvl2pPr>
            <a:lvl3pPr indent="0" lvl="2" marL="0" marR="0" rtl="0" algn="r">
              <a:lnSpc>
                <a:spcPct val="100000"/>
              </a:lnSpc>
              <a:spcBef>
                <a:spcPts val="0"/>
              </a:spcBef>
              <a:spcAft>
                <a:spcPts val="0"/>
              </a:spcAft>
              <a:buClr>
                <a:srgbClr val="898989"/>
              </a:buClr>
              <a:buSzPts val="1800"/>
              <a:buFont typeface="Calibri"/>
              <a:buNone/>
              <a:defRPr b="0" i="0" sz="1800" u="none">
                <a:solidFill>
                  <a:srgbClr val="898989"/>
                </a:solidFill>
                <a:latin typeface="Calibri"/>
                <a:ea typeface="Calibri"/>
                <a:cs typeface="Calibri"/>
                <a:sym typeface="Calibri"/>
              </a:defRPr>
            </a:lvl3pPr>
            <a:lvl4pPr indent="0" lvl="3" marL="0" marR="0" rtl="0" algn="r">
              <a:lnSpc>
                <a:spcPct val="100000"/>
              </a:lnSpc>
              <a:spcBef>
                <a:spcPts val="0"/>
              </a:spcBef>
              <a:spcAft>
                <a:spcPts val="0"/>
              </a:spcAft>
              <a:buClr>
                <a:srgbClr val="898989"/>
              </a:buClr>
              <a:buSzPts val="1800"/>
              <a:buFont typeface="Calibri"/>
              <a:buNone/>
              <a:defRPr b="0" i="0" sz="1800" u="none">
                <a:solidFill>
                  <a:srgbClr val="898989"/>
                </a:solidFill>
                <a:latin typeface="Calibri"/>
                <a:ea typeface="Calibri"/>
                <a:cs typeface="Calibri"/>
                <a:sym typeface="Calibri"/>
              </a:defRPr>
            </a:lvl4pPr>
            <a:lvl5pPr indent="0" lvl="4" marL="0" marR="0" rtl="0" algn="r">
              <a:lnSpc>
                <a:spcPct val="100000"/>
              </a:lnSpc>
              <a:spcBef>
                <a:spcPts val="0"/>
              </a:spcBef>
              <a:spcAft>
                <a:spcPts val="0"/>
              </a:spcAft>
              <a:buClr>
                <a:srgbClr val="898989"/>
              </a:buClr>
              <a:buSzPts val="1800"/>
              <a:buFont typeface="Calibri"/>
              <a:buNone/>
              <a:defRPr b="0" i="0" sz="1800" u="none">
                <a:solidFill>
                  <a:srgbClr val="898989"/>
                </a:solidFill>
                <a:latin typeface="Calibri"/>
                <a:ea typeface="Calibri"/>
                <a:cs typeface="Calibri"/>
                <a:sym typeface="Calibri"/>
              </a:defRPr>
            </a:lvl5pPr>
            <a:lvl6pPr indent="0" lvl="5" marL="0" marR="0" rtl="0" algn="r">
              <a:lnSpc>
                <a:spcPct val="100000"/>
              </a:lnSpc>
              <a:spcBef>
                <a:spcPts val="0"/>
              </a:spcBef>
              <a:spcAft>
                <a:spcPts val="0"/>
              </a:spcAft>
              <a:buClr>
                <a:srgbClr val="898989"/>
              </a:buClr>
              <a:buSzPts val="1800"/>
              <a:buFont typeface="Calibri"/>
              <a:buNone/>
              <a:defRPr b="0" i="0" sz="1800" u="none">
                <a:solidFill>
                  <a:srgbClr val="898989"/>
                </a:solidFill>
                <a:latin typeface="Calibri"/>
                <a:ea typeface="Calibri"/>
                <a:cs typeface="Calibri"/>
                <a:sym typeface="Calibri"/>
              </a:defRPr>
            </a:lvl6pPr>
            <a:lvl7pPr indent="0" lvl="6" marL="0" marR="0" rtl="0" algn="r">
              <a:lnSpc>
                <a:spcPct val="100000"/>
              </a:lnSpc>
              <a:spcBef>
                <a:spcPts val="0"/>
              </a:spcBef>
              <a:spcAft>
                <a:spcPts val="0"/>
              </a:spcAft>
              <a:buClr>
                <a:srgbClr val="898989"/>
              </a:buClr>
              <a:buSzPts val="1800"/>
              <a:buFont typeface="Calibri"/>
              <a:buNone/>
              <a:defRPr b="0" i="0" sz="1800" u="none">
                <a:solidFill>
                  <a:srgbClr val="898989"/>
                </a:solidFill>
                <a:latin typeface="Calibri"/>
                <a:ea typeface="Calibri"/>
                <a:cs typeface="Calibri"/>
                <a:sym typeface="Calibri"/>
              </a:defRPr>
            </a:lvl7pPr>
            <a:lvl8pPr indent="0" lvl="7" marL="0" marR="0" rtl="0" algn="r">
              <a:lnSpc>
                <a:spcPct val="100000"/>
              </a:lnSpc>
              <a:spcBef>
                <a:spcPts val="0"/>
              </a:spcBef>
              <a:spcAft>
                <a:spcPts val="0"/>
              </a:spcAft>
              <a:buClr>
                <a:srgbClr val="898989"/>
              </a:buClr>
              <a:buSzPts val="1800"/>
              <a:buFont typeface="Calibri"/>
              <a:buNone/>
              <a:defRPr b="0" i="0" sz="1800" u="none">
                <a:solidFill>
                  <a:srgbClr val="898989"/>
                </a:solidFill>
                <a:latin typeface="Calibri"/>
                <a:ea typeface="Calibri"/>
                <a:cs typeface="Calibri"/>
                <a:sym typeface="Calibri"/>
              </a:defRPr>
            </a:lvl8pPr>
            <a:lvl9pPr indent="0" lvl="8" marL="0" marR="0" rtl="0" algn="r">
              <a:lnSpc>
                <a:spcPct val="100000"/>
              </a:lnSpc>
              <a:spcBef>
                <a:spcPts val="0"/>
              </a:spcBef>
              <a:spcAft>
                <a:spcPts val="0"/>
              </a:spcAft>
              <a:buClr>
                <a:srgbClr val="898989"/>
              </a:buClr>
              <a:buSzPts val="1800"/>
              <a:buFont typeface="Calibri"/>
              <a:buNone/>
              <a:defRPr b="0" i="0" sz="1800" u="non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2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7.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1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15.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1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10.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2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22.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14.jpg"/><Relationship Id="rId4" Type="http://schemas.openxmlformats.org/officeDocument/2006/relationships/image" Target="../media/image18.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1.xml"/><Relationship Id="rId3" Type="http://schemas.openxmlformats.org/officeDocument/2006/relationships/image" Target="../media/image16.jp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hyperlink" Target="https://afteracademy.com/blog/what-is-the-difference-between-logical-and-physical-address-wrt-operating-system" TargetMode="External"/><Relationship Id="rId4" Type="http://schemas.openxmlformats.org/officeDocument/2006/relationships/hyperlink" Target="https://afteracademy.com/blog/what-is-the-difference-between-logical-and-physical-address-wrt-operating-system" TargetMode="Externa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image" Target="../media/image13.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 Id="rId3" Type="http://schemas.openxmlformats.org/officeDocument/2006/relationships/image" Target="../media/image17.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 Id="rId3" Type="http://schemas.openxmlformats.org/officeDocument/2006/relationships/hyperlink" Target="https://afteracademy.com/blog/what-is-the-difference-between-logical-and-physical-address-wrt-operating-system" TargetMode="External"/><Relationship Id="rId4" Type="http://schemas.openxmlformats.org/officeDocument/2006/relationships/hyperlink" Target="https://afteracademy.com/blog/what-is-the-difference-between-logical-and-physical-address-wrt-operating-system" TargetMode="Externa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 Id="rId3" Type="http://schemas.openxmlformats.org/officeDocument/2006/relationships/image" Target="../media/image19.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 name="Shape 56"/>
        <p:cNvGrpSpPr/>
        <p:nvPr/>
      </p:nvGrpSpPr>
      <p:grpSpPr>
        <a:xfrm>
          <a:off x="0" y="0"/>
          <a:ext cx="0" cy="0"/>
          <a:chOff x="0" y="0"/>
          <a:chExt cx="0" cy="0"/>
        </a:xfrm>
      </p:grpSpPr>
      <p:sp>
        <p:nvSpPr>
          <p:cNvPr id="57" name="Google Shape;57;p8"/>
          <p:cNvSpPr txBox="1"/>
          <p:nvPr>
            <p:ph type="ctrTitle"/>
          </p:nvPr>
        </p:nvSpPr>
        <p:spPr>
          <a:xfrm>
            <a:off x="917575" y="2166937"/>
            <a:ext cx="7308850" cy="676275"/>
          </a:xfrm>
          <a:prstGeom prst="rect">
            <a:avLst/>
          </a:prstGeom>
          <a:noFill/>
          <a:ln>
            <a:noFill/>
          </a:ln>
        </p:spPr>
        <p:txBody>
          <a:bodyPr anchorCtr="0" anchor="t" bIns="0" lIns="0" spcFirstLastPara="1" rIns="0" wrap="square" tIns="0">
            <a:spAutoFit/>
          </a:bodyPr>
          <a:lstStyle/>
          <a:p>
            <a:pPr indent="0" lvl="0" marL="0" rtl="0" algn="ctr">
              <a:lnSpc>
                <a:spcPct val="10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Memory Management </a:t>
            </a:r>
            <a:endParaRPr/>
          </a:p>
        </p:txBody>
      </p:sp>
      <p:sp>
        <p:nvSpPr>
          <p:cNvPr id="58" name="Google Shape;58;p8"/>
          <p:cNvSpPr txBox="1"/>
          <p:nvPr>
            <p:ph idx="1" type="subTitle"/>
          </p:nvPr>
        </p:nvSpPr>
        <p:spPr>
          <a:xfrm>
            <a:off x="1143000" y="3559175"/>
            <a:ext cx="6858000" cy="1241425"/>
          </a:xfrm>
          <a:prstGeom prst="rect">
            <a:avLst/>
          </a:prstGeom>
          <a:noFill/>
          <a:ln>
            <a:noFill/>
          </a:ln>
        </p:spPr>
        <p:txBody>
          <a:bodyPr anchorCtr="0" anchor="t" bIns="0" lIns="0" spcFirstLastPara="1" rIns="0" wrap="square" tIns="0">
            <a:spAutoFit/>
          </a:bodyPr>
          <a:lstStyle/>
          <a:p>
            <a:pPr indent="0" lvl="0" marL="0" rtl="0" algn="ctr">
              <a:lnSpc>
                <a:spcPct val="100000"/>
              </a:lnSpc>
              <a:spcBef>
                <a:spcPts val="0"/>
              </a:spcBef>
              <a:spcAft>
                <a:spcPts val="0"/>
              </a:spcAft>
              <a:buClr>
                <a:srgbClr val="2E5796"/>
              </a:buClr>
              <a:buSzPts val="3200"/>
              <a:buFont typeface="Cambria"/>
              <a:buNone/>
            </a:pPr>
            <a:r>
              <a:rPr b="0" i="0" lang="en-US" sz="3200" u="none">
                <a:solidFill>
                  <a:srgbClr val="2E5796"/>
                </a:solidFill>
                <a:latin typeface="Cambria"/>
                <a:ea typeface="Cambria"/>
                <a:cs typeface="Cambria"/>
                <a:sym typeface="Cambria"/>
              </a:rPr>
              <a:t>Chapter 4</a:t>
            </a:r>
            <a:endParaRPr b="0" i="0" sz="3200" u="none">
              <a:solidFill>
                <a:schemeClr val="dk1"/>
              </a:solidFill>
              <a:latin typeface="Cambria"/>
              <a:ea typeface="Cambria"/>
              <a:cs typeface="Cambria"/>
              <a:sym typeface="Cambria"/>
            </a:endParaRPr>
          </a:p>
          <a:p>
            <a:pPr indent="0" lvl="0" marL="0" rtl="0" algn="l">
              <a:spcBef>
                <a:spcPts val="640"/>
              </a:spcBef>
              <a:spcAft>
                <a:spcPts val="0"/>
              </a:spcAft>
              <a:buClr>
                <a:schemeClr val="dk1"/>
              </a:buClr>
              <a:buSzPts val="3200"/>
              <a:buFont typeface="Calibri"/>
              <a:buNone/>
            </a:pPr>
            <a:r>
              <a:t/>
            </a:r>
            <a:endParaRPr b="0" i="0" sz="3200" u="none">
              <a:solidFill>
                <a:schemeClr val="dk1"/>
              </a:solidFill>
              <a:latin typeface="Cambria"/>
              <a:ea typeface="Cambria"/>
              <a:cs typeface="Cambria"/>
              <a:sym typeface="Cambria"/>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 name="Shape 62"/>
        <p:cNvGrpSpPr/>
        <p:nvPr/>
      </p:nvGrpSpPr>
      <p:grpSpPr>
        <a:xfrm>
          <a:off x="0" y="0"/>
          <a:ext cx="0" cy="0"/>
          <a:chOff x="0" y="0"/>
          <a:chExt cx="0" cy="0"/>
        </a:xfrm>
      </p:grpSpPr>
      <p:sp>
        <p:nvSpPr>
          <p:cNvPr id="63" name="Google Shape;63;p9"/>
          <p:cNvSpPr txBox="1"/>
          <p:nvPr>
            <p:ph type="title"/>
          </p:nvPr>
        </p:nvSpPr>
        <p:spPr>
          <a:xfrm>
            <a:off x="990600" y="506412"/>
            <a:ext cx="7845425" cy="1108075"/>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Clr>
                <a:srgbClr val="006FBF"/>
              </a:buClr>
              <a:buSzPts val="3600"/>
              <a:buFont typeface="Cambria"/>
              <a:buNone/>
            </a:pPr>
            <a:r>
              <a:rPr b="1" i="0" lang="en-US" sz="3600" u="none">
                <a:solidFill>
                  <a:srgbClr val="006FBF"/>
                </a:solidFill>
                <a:latin typeface="Cambria"/>
                <a:ea typeface="Cambria"/>
                <a:cs typeface="Cambria"/>
                <a:sym typeface="Cambria"/>
              </a:rPr>
              <a:t>What is Memory Management?</a:t>
            </a:r>
            <a:br>
              <a:rPr b="1" i="0" lang="en-US" sz="3600" u="none">
                <a:solidFill>
                  <a:srgbClr val="006FBF"/>
                </a:solidFill>
                <a:latin typeface="Cambria"/>
                <a:ea typeface="Cambria"/>
                <a:cs typeface="Cambria"/>
                <a:sym typeface="Cambria"/>
              </a:rPr>
            </a:br>
            <a:endParaRPr/>
          </a:p>
        </p:txBody>
      </p:sp>
      <p:sp>
        <p:nvSpPr>
          <p:cNvPr id="64" name="Google Shape;64;p9"/>
          <p:cNvSpPr txBox="1"/>
          <p:nvPr>
            <p:ph idx="1" type="body"/>
          </p:nvPr>
        </p:nvSpPr>
        <p:spPr>
          <a:xfrm>
            <a:off x="838200" y="1627187"/>
            <a:ext cx="8153400" cy="4997450"/>
          </a:xfrm>
          <a:prstGeom prst="rect">
            <a:avLst/>
          </a:prstGeom>
          <a:noFill/>
          <a:ln>
            <a:noFill/>
          </a:ln>
        </p:spPr>
        <p:txBody>
          <a:bodyPr anchorCtr="0" anchor="t" bIns="0" lIns="0" spcFirstLastPara="1" rIns="0" wrap="square" tIns="0">
            <a:spAutoFit/>
          </a:bodyPr>
          <a:lstStyle/>
          <a:p>
            <a:pPr indent="-177800" lvl="0" marL="0" marR="0" rtl="0" algn="just">
              <a:lnSpc>
                <a:spcPct val="100000"/>
              </a:lnSpc>
              <a:spcBef>
                <a:spcPts val="0"/>
              </a:spcBef>
              <a:spcAft>
                <a:spcPts val="0"/>
              </a:spcAft>
              <a:buClr>
                <a:schemeClr val="dk1"/>
              </a:buClr>
              <a:buSzPts val="2800"/>
              <a:buFont typeface="Calibri"/>
              <a:buChar char="•"/>
            </a:pPr>
            <a:r>
              <a:rPr b="1" i="0" lang="en-US" sz="2800" u="none" cap="none" strike="noStrike">
                <a:solidFill>
                  <a:schemeClr val="dk1"/>
                </a:solidFill>
                <a:latin typeface="Calibri"/>
                <a:ea typeface="Calibri"/>
                <a:cs typeface="Calibri"/>
                <a:sym typeface="Calibri"/>
              </a:rPr>
              <a:t>Memory Management</a:t>
            </a:r>
            <a:r>
              <a:rPr b="0" i="0" lang="en-US" sz="2800" u="none" cap="none" strike="noStrike">
                <a:solidFill>
                  <a:schemeClr val="dk1"/>
                </a:solidFill>
                <a:latin typeface="Calibri"/>
                <a:ea typeface="Calibri"/>
                <a:cs typeface="Calibri"/>
                <a:sym typeface="Calibri"/>
              </a:rPr>
              <a:t> is the process of </a:t>
            </a:r>
            <a:r>
              <a:rPr b="0" i="0" lang="en-US" sz="2800" u="sng" cap="none" strike="noStrike">
                <a:solidFill>
                  <a:schemeClr val="dk1"/>
                </a:solidFill>
                <a:latin typeface="Calibri"/>
                <a:ea typeface="Calibri"/>
                <a:cs typeface="Calibri"/>
                <a:sym typeface="Calibri"/>
              </a:rPr>
              <a:t>controlling and coordinating computer memory</a:t>
            </a:r>
            <a:r>
              <a:rPr b="0" i="0" lang="en-US" sz="2800" u="none" cap="none" strike="noStrike">
                <a:solidFill>
                  <a:schemeClr val="dk1"/>
                </a:solidFill>
                <a:latin typeface="Calibri"/>
                <a:ea typeface="Calibri"/>
                <a:cs typeface="Calibri"/>
                <a:sym typeface="Calibri"/>
              </a:rPr>
              <a:t>, assigning portions known as blocks to various running programs </a:t>
            </a:r>
            <a:r>
              <a:rPr b="0" i="0" lang="en-US" sz="2800" u="sng" cap="none" strike="noStrike">
                <a:solidFill>
                  <a:schemeClr val="dk1"/>
                </a:solidFill>
                <a:latin typeface="Calibri"/>
                <a:ea typeface="Calibri"/>
                <a:cs typeface="Calibri"/>
                <a:sym typeface="Calibri"/>
              </a:rPr>
              <a:t>to optimize the overall performance of the system</a:t>
            </a:r>
            <a:endParaRPr/>
          </a:p>
          <a:p>
            <a:pPr indent="-177800" lvl="0" marL="0" marR="0" rtl="0" algn="just">
              <a:lnSpc>
                <a:spcPct val="100000"/>
              </a:lnSpc>
              <a:spcBef>
                <a:spcPts val="560"/>
              </a:spcBef>
              <a:spcAft>
                <a:spcPts val="0"/>
              </a:spcAft>
              <a:buClr>
                <a:schemeClr val="dk1"/>
              </a:buClr>
              <a:buSzPts val="2800"/>
              <a:buFont typeface="Calibri"/>
              <a:buChar char="•"/>
            </a:pPr>
            <a:r>
              <a:rPr b="0" i="0" lang="en-US" sz="2800" u="none" cap="none" strike="noStrike">
                <a:solidFill>
                  <a:schemeClr val="dk1"/>
                </a:solidFill>
                <a:latin typeface="Calibri"/>
                <a:ea typeface="Calibri"/>
                <a:cs typeface="Calibri"/>
                <a:sym typeface="Calibri"/>
              </a:rPr>
              <a:t>It is the most important function of an operating system that </a:t>
            </a:r>
            <a:r>
              <a:rPr b="0" i="0" lang="en-US" sz="2800" u="sng" cap="none" strike="noStrike">
                <a:solidFill>
                  <a:schemeClr val="dk1"/>
                </a:solidFill>
                <a:latin typeface="Calibri"/>
                <a:ea typeface="Calibri"/>
                <a:cs typeface="Calibri"/>
                <a:sym typeface="Calibri"/>
              </a:rPr>
              <a:t>manages primary memory</a:t>
            </a:r>
            <a:r>
              <a:rPr b="0" i="0" lang="en-US" sz="2800" u="none" cap="none" strike="noStrike">
                <a:solidFill>
                  <a:schemeClr val="dk1"/>
                </a:solidFill>
                <a:latin typeface="Calibri"/>
                <a:ea typeface="Calibri"/>
                <a:cs typeface="Calibri"/>
                <a:sym typeface="Calibri"/>
              </a:rPr>
              <a:t>. </a:t>
            </a:r>
            <a:endParaRPr/>
          </a:p>
          <a:p>
            <a:pPr indent="-177800" lvl="0" marL="0" marR="0" rtl="0" algn="just">
              <a:lnSpc>
                <a:spcPct val="100000"/>
              </a:lnSpc>
              <a:spcBef>
                <a:spcPts val="560"/>
              </a:spcBef>
              <a:spcAft>
                <a:spcPts val="0"/>
              </a:spcAft>
              <a:buClr>
                <a:schemeClr val="dk1"/>
              </a:buClr>
              <a:buSzPts val="2800"/>
              <a:buFont typeface="Calibri"/>
              <a:buChar char="•"/>
            </a:pPr>
            <a:r>
              <a:rPr b="0" i="0" lang="en-US" sz="2800" u="none" cap="none" strike="noStrike">
                <a:solidFill>
                  <a:schemeClr val="dk1"/>
                </a:solidFill>
                <a:latin typeface="Calibri"/>
                <a:ea typeface="Calibri"/>
                <a:cs typeface="Calibri"/>
                <a:sym typeface="Calibri"/>
              </a:rPr>
              <a:t>It helps processes to move back and forward between the </a:t>
            </a:r>
            <a:r>
              <a:rPr b="0" i="0" lang="en-US" sz="2800" u="sng" cap="none" strike="noStrike">
                <a:solidFill>
                  <a:schemeClr val="dk1"/>
                </a:solidFill>
                <a:latin typeface="Calibri"/>
                <a:ea typeface="Calibri"/>
                <a:cs typeface="Calibri"/>
                <a:sym typeface="Calibri"/>
              </a:rPr>
              <a:t>main memory and execution disk</a:t>
            </a:r>
            <a:r>
              <a:rPr b="0" i="0" lang="en-US" sz="2800" u="none" cap="none" strike="noStrike">
                <a:solidFill>
                  <a:schemeClr val="dk1"/>
                </a:solidFill>
                <a:latin typeface="Calibri"/>
                <a:ea typeface="Calibri"/>
                <a:cs typeface="Calibri"/>
                <a:sym typeface="Calibri"/>
              </a:rPr>
              <a:t>.</a:t>
            </a:r>
            <a:endParaRPr/>
          </a:p>
          <a:p>
            <a:pPr indent="-177800" lvl="0" marL="0" marR="0" rtl="0" algn="just">
              <a:lnSpc>
                <a:spcPct val="100000"/>
              </a:lnSpc>
              <a:spcBef>
                <a:spcPts val="560"/>
              </a:spcBef>
              <a:spcAft>
                <a:spcPts val="0"/>
              </a:spcAft>
              <a:buClr>
                <a:schemeClr val="dk1"/>
              </a:buClr>
              <a:buSzPts val="2800"/>
              <a:buFont typeface="Calibri"/>
              <a:buChar char="•"/>
            </a:pPr>
            <a:r>
              <a:rPr b="0" i="0" lang="en-US" sz="2800" u="none" cap="none" strike="noStrike">
                <a:solidFill>
                  <a:schemeClr val="dk1"/>
                </a:solidFill>
                <a:latin typeface="Calibri"/>
                <a:ea typeface="Calibri"/>
                <a:cs typeface="Calibri"/>
                <a:sym typeface="Calibri"/>
              </a:rPr>
              <a:t> </a:t>
            </a:r>
            <a:r>
              <a:rPr b="0" i="0" lang="en-US" sz="2800" u="sng" cap="none" strike="noStrike">
                <a:solidFill>
                  <a:schemeClr val="dk1"/>
                </a:solidFill>
                <a:latin typeface="Calibri"/>
                <a:ea typeface="Calibri"/>
                <a:cs typeface="Calibri"/>
                <a:sym typeface="Calibri"/>
              </a:rPr>
              <a:t>It helps OS to keep track of every memory location</a:t>
            </a:r>
            <a:r>
              <a:rPr b="0" i="0" lang="en-US" sz="2800" u="none" cap="none" strike="noStrike">
                <a:solidFill>
                  <a:schemeClr val="dk1"/>
                </a:solidFill>
                <a:latin typeface="Calibri"/>
                <a:ea typeface="Calibri"/>
                <a:cs typeface="Calibri"/>
                <a:sym typeface="Calibri"/>
              </a:rPr>
              <a:t>, irrespective of whether it is allocated to some process or it remains free.</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10"/>
          <p:cNvSpPr txBox="1"/>
          <p:nvPr>
            <p:ph type="title"/>
          </p:nvPr>
        </p:nvSpPr>
        <p:spPr>
          <a:xfrm>
            <a:off x="914400" y="228600"/>
            <a:ext cx="7921625" cy="1108075"/>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Clr>
                <a:srgbClr val="006FBF"/>
              </a:buClr>
              <a:buSzPts val="3600"/>
              <a:buFont typeface="Cambria"/>
              <a:buNone/>
            </a:pPr>
            <a:r>
              <a:rPr b="1" i="0" lang="en-US" sz="3600" u="none">
                <a:solidFill>
                  <a:srgbClr val="006FBF"/>
                </a:solidFill>
                <a:latin typeface="Cambria"/>
                <a:ea typeface="Cambria"/>
                <a:cs typeface="Cambria"/>
                <a:sym typeface="Cambria"/>
              </a:rPr>
              <a:t>Why Use Memory Management?</a:t>
            </a:r>
            <a:br>
              <a:rPr b="1" i="0" lang="en-US" sz="3600" u="none">
                <a:solidFill>
                  <a:srgbClr val="006FBF"/>
                </a:solidFill>
                <a:latin typeface="Cambria"/>
                <a:ea typeface="Cambria"/>
                <a:cs typeface="Cambria"/>
                <a:sym typeface="Cambria"/>
              </a:rPr>
            </a:br>
            <a:endParaRPr/>
          </a:p>
        </p:txBody>
      </p:sp>
      <p:sp>
        <p:nvSpPr>
          <p:cNvPr id="70" name="Google Shape;70;p10"/>
          <p:cNvSpPr txBox="1"/>
          <p:nvPr>
            <p:ph idx="1" type="body"/>
          </p:nvPr>
        </p:nvSpPr>
        <p:spPr>
          <a:xfrm>
            <a:off x="1108075" y="1633537"/>
            <a:ext cx="7883525" cy="4222750"/>
          </a:xfrm>
          <a:prstGeom prst="rect">
            <a:avLst/>
          </a:prstGeom>
          <a:noFill/>
          <a:ln>
            <a:noFill/>
          </a:ln>
        </p:spPr>
        <p:txBody>
          <a:bodyPr anchorCtr="0" anchor="t" bIns="0" lIns="0" spcFirstLastPara="1" rIns="0" wrap="square" tIns="0">
            <a:spAutoFit/>
          </a:bodyPr>
          <a:lstStyle/>
          <a:p>
            <a:pPr indent="-177800" lvl="0" marL="0" marR="0" rtl="0" algn="just">
              <a:lnSpc>
                <a:spcPct val="100000"/>
              </a:lnSpc>
              <a:spcBef>
                <a:spcPts val="0"/>
              </a:spcBef>
              <a:spcAft>
                <a:spcPts val="0"/>
              </a:spcAft>
              <a:buClr>
                <a:schemeClr val="dk1"/>
              </a:buClr>
              <a:buSzPts val="2800"/>
              <a:buFont typeface="Calibri"/>
              <a:buChar char="•"/>
            </a:pPr>
            <a:r>
              <a:rPr b="0" i="0" lang="en-US" sz="2800" u="none" cap="none" strike="noStrike">
                <a:solidFill>
                  <a:schemeClr val="dk1"/>
                </a:solidFill>
                <a:latin typeface="Calibri"/>
                <a:ea typeface="Calibri"/>
                <a:cs typeface="Calibri"/>
                <a:sym typeface="Calibri"/>
              </a:rPr>
              <a:t>It allows you to check </a:t>
            </a:r>
            <a:r>
              <a:rPr b="0" i="0" lang="en-US" sz="2800" u="sng" cap="none" strike="noStrike">
                <a:solidFill>
                  <a:schemeClr val="dk1"/>
                </a:solidFill>
                <a:latin typeface="Calibri"/>
                <a:ea typeface="Calibri"/>
                <a:cs typeface="Calibri"/>
                <a:sym typeface="Calibri"/>
              </a:rPr>
              <a:t>how much memory </a:t>
            </a:r>
            <a:r>
              <a:rPr b="0" i="0" lang="en-US" sz="2800" u="none" cap="none" strike="noStrike">
                <a:solidFill>
                  <a:schemeClr val="dk1"/>
                </a:solidFill>
                <a:latin typeface="Calibri"/>
                <a:ea typeface="Calibri"/>
                <a:cs typeface="Calibri"/>
                <a:sym typeface="Calibri"/>
              </a:rPr>
              <a:t>needs to be </a:t>
            </a:r>
            <a:r>
              <a:rPr b="0" i="0" lang="en-US" sz="2800" u="sng" cap="none" strike="noStrike">
                <a:solidFill>
                  <a:schemeClr val="dk1"/>
                </a:solidFill>
                <a:latin typeface="Calibri"/>
                <a:ea typeface="Calibri"/>
                <a:cs typeface="Calibri"/>
                <a:sym typeface="Calibri"/>
              </a:rPr>
              <a:t>allocated to processes </a:t>
            </a:r>
            <a:r>
              <a:rPr b="0" i="0" lang="en-US" sz="2800" u="none" cap="none" strike="noStrike">
                <a:solidFill>
                  <a:schemeClr val="dk1"/>
                </a:solidFill>
                <a:latin typeface="Calibri"/>
                <a:ea typeface="Calibri"/>
                <a:cs typeface="Calibri"/>
                <a:sym typeface="Calibri"/>
              </a:rPr>
              <a:t>that decide which processor should get memory at what time.</a:t>
            </a:r>
            <a:endParaRPr/>
          </a:p>
          <a:p>
            <a:pPr indent="-177800" lvl="0" marL="0" marR="0" rtl="0" algn="just">
              <a:lnSpc>
                <a:spcPct val="100000"/>
              </a:lnSpc>
              <a:spcBef>
                <a:spcPts val="560"/>
              </a:spcBef>
              <a:spcAft>
                <a:spcPts val="0"/>
              </a:spcAft>
              <a:buClr>
                <a:schemeClr val="dk1"/>
              </a:buClr>
              <a:buSzPts val="2800"/>
              <a:buFont typeface="Calibri"/>
              <a:buChar char="•"/>
            </a:pPr>
            <a:r>
              <a:rPr b="0" i="0" lang="en-US" sz="2800" u="none" cap="none" strike="noStrike">
                <a:solidFill>
                  <a:schemeClr val="dk1"/>
                </a:solidFill>
                <a:latin typeface="Calibri"/>
                <a:ea typeface="Calibri"/>
                <a:cs typeface="Calibri"/>
                <a:sym typeface="Calibri"/>
              </a:rPr>
              <a:t>It </a:t>
            </a:r>
            <a:r>
              <a:rPr b="0" i="0" lang="en-US" sz="2800" u="sng" cap="none" strike="noStrike">
                <a:solidFill>
                  <a:schemeClr val="dk1"/>
                </a:solidFill>
                <a:latin typeface="Calibri"/>
                <a:ea typeface="Calibri"/>
                <a:cs typeface="Calibri"/>
                <a:sym typeface="Calibri"/>
              </a:rPr>
              <a:t>allocates the space </a:t>
            </a:r>
            <a:r>
              <a:rPr b="0" i="0" lang="en-US" sz="2800" u="none" cap="none" strike="noStrike">
                <a:solidFill>
                  <a:schemeClr val="dk1"/>
                </a:solidFill>
                <a:latin typeface="Calibri"/>
                <a:ea typeface="Calibri"/>
                <a:cs typeface="Calibri"/>
                <a:sym typeface="Calibri"/>
              </a:rPr>
              <a:t>to application routines.</a:t>
            </a:r>
            <a:endParaRPr/>
          </a:p>
          <a:p>
            <a:pPr indent="-177800" lvl="0" marL="0" marR="0" rtl="0" algn="just">
              <a:lnSpc>
                <a:spcPct val="100000"/>
              </a:lnSpc>
              <a:spcBef>
                <a:spcPts val="560"/>
              </a:spcBef>
              <a:spcAft>
                <a:spcPts val="0"/>
              </a:spcAft>
              <a:buClr>
                <a:schemeClr val="dk1"/>
              </a:buClr>
              <a:buSzPts val="2800"/>
              <a:buFont typeface="Calibri"/>
              <a:buChar char="•"/>
            </a:pPr>
            <a:r>
              <a:rPr b="0" i="0" lang="en-US" sz="2800" u="none" cap="none" strike="noStrike">
                <a:solidFill>
                  <a:schemeClr val="dk1"/>
                </a:solidFill>
                <a:latin typeface="Calibri"/>
                <a:ea typeface="Calibri"/>
                <a:cs typeface="Calibri"/>
                <a:sym typeface="Calibri"/>
              </a:rPr>
              <a:t>It also make sure that these </a:t>
            </a:r>
            <a:r>
              <a:rPr b="0" i="0" lang="en-US" sz="2800" u="sng" cap="none" strike="noStrike">
                <a:solidFill>
                  <a:schemeClr val="dk1"/>
                </a:solidFill>
                <a:latin typeface="Calibri"/>
                <a:ea typeface="Calibri"/>
                <a:cs typeface="Calibri"/>
                <a:sym typeface="Calibri"/>
              </a:rPr>
              <a:t>applications do not interfere with each other.</a:t>
            </a:r>
            <a:endParaRPr/>
          </a:p>
          <a:p>
            <a:pPr indent="-177800" lvl="0" marL="0" marR="0" rtl="0" algn="just">
              <a:lnSpc>
                <a:spcPct val="100000"/>
              </a:lnSpc>
              <a:spcBef>
                <a:spcPts val="560"/>
              </a:spcBef>
              <a:spcAft>
                <a:spcPts val="0"/>
              </a:spcAft>
              <a:buClr>
                <a:schemeClr val="dk1"/>
              </a:buClr>
              <a:buSzPts val="2800"/>
              <a:buFont typeface="Calibri"/>
              <a:buChar char="•"/>
            </a:pPr>
            <a:r>
              <a:rPr b="0" i="0" lang="en-US" sz="2800" u="none" cap="none" strike="noStrike">
                <a:solidFill>
                  <a:schemeClr val="dk1"/>
                </a:solidFill>
                <a:latin typeface="Calibri"/>
                <a:ea typeface="Calibri"/>
                <a:cs typeface="Calibri"/>
                <a:sym typeface="Calibri"/>
              </a:rPr>
              <a:t>Helps </a:t>
            </a:r>
            <a:r>
              <a:rPr b="0" i="0" lang="en-US" sz="2800" u="sng" cap="none" strike="noStrike">
                <a:solidFill>
                  <a:schemeClr val="dk1"/>
                </a:solidFill>
                <a:latin typeface="Calibri"/>
                <a:ea typeface="Calibri"/>
                <a:cs typeface="Calibri"/>
                <a:sym typeface="Calibri"/>
              </a:rPr>
              <a:t>protect different processes </a:t>
            </a:r>
            <a:r>
              <a:rPr b="0" i="0" lang="en-US" sz="2800" u="none" cap="none" strike="noStrike">
                <a:solidFill>
                  <a:schemeClr val="dk1"/>
                </a:solidFill>
                <a:latin typeface="Calibri"/>
                <a:ea typeface="Calibri"/>
                <a:cs typeface="Calibri"/>
                <a:sym typeface="Calibri"/>
              </a:rPr>
              <a:t>from each other</a:t>
            </a:r>
            <a:endParaRPr/>
          </a:p>
          <a:p>
            <a:pPr indent="-177800" lvl="0" marL="0" marR="0" rtl="0" algn="just">
              <a:lnSpc>
                <a:spcPct val="100000"/>
              </a:lnSpc>
              <a:spcBef>
                <a:spcPts val="560"/>
              </a:spcBef>
              <a:spcAft>
                <a:spcPts val="0"/>
              </a:spcAft>
              <a:buClr>
                <a:schemeClr val="dk1"/>
              </a:buClr>
              <a:buSzPts val="2800"/>
              <a:buFont typeface="Calibri"/>
              <a:buChar char="•"/>
            </a:pPr>
            <a:r>
              <a:rPr b="0" i="0" lang="en-US" sz="2800" u="none" cap="none" strike="noStrike">
                <a:solidFill>
                  <a:schemeClr val="dk1"/>
                </a:solidFill>
                <a:latin typeface="Calibri"/>
                <a:ea typeface="Calibri"/>
                <a:cs typeface="Calibri"/>
                <a:sym typeface="Calibri"/>
              </a:rPr>
              <a:t>It places the programs in memory so that </a:t>
            </a:r>
            <a:r>
              <a:rPr b="0" i="0" lang="en-US" sz="2800" u="sng" cap="none" strike="noStrike">
                <a:solidFill>
                  <a:schemeClr val="dk1"/>
                </a:solidFill>
                <a:latin typeface="Calibri"/>
                <a:ea typeface="Calibri"/>
                <a:cs typeface="Calibri"/>
                <a:sym typeface="Calibri"/>
              </a:rPr>
              <a:t>memory is utilized to its full extent.</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1"/>
          <p:cNvSpPr txBox="1"/>
          <p:nvPr>
            <p:ph type="title"/>
          </p:nvPr>
        </p:nvSpPr>
        <p:spPr>
          <a:xfrm>
            <a:off x="1127125" y="457200"/>
            <a:ext cx="7254875" cy="7620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Clr>
                <a:srgbClr val="006FBF"/>
              </a:buClr>
              <a:buSzPts val="3600"/>
              <a:buFont typeface="Cambria"/>
              <a:buNone/>
            </a:pPr>
            <a:r>
              <a:rPr b="0" i="0" lang="en-US" sz="3600" u="none">
                <a:solidFill>
                  <a:srgbClr val="006FBF"/>
                </a:solidFill>
                <a:latin typeface="Cambria"/>
                <a:ea typeface="Cambria"/>
                <a:cs typeface="Cambria"/>
                <a:sym typeface="Cambria"/>
              </a:rPr>
              <a:t>What is logical and physical address?</a:t>
            </a:r>
            <a:endParaRPr/>
          </a:p>
        </p:txBody>
      </p:sp>
      <p:sp>
        <p:nvSpPr>
          <p:cNvPr id="76" name="Google Shape;76;p11"/>
          <p:cNvSpPr txBox="1"/>
          <p:nvPr>
            <p:ph idx="1" type="body"/>
          </p:nvPr>
        </p:nvSpPr>
        <p:spPr>
          <a:xfrm>
            <a:off x="1000125" y="1676400"/>
            <a:ext cx="7991475" cy="3544887"/>
          </a:xfrm>
          <a:prstGeom prst="rect">
            <a:avLst/>
          </a:prstGeom>
          <a:noFill/>
          <a:ln>
            <a:noFill/>
          </a:ln>
        </p:spPr>
        <p:txBody>
          <a:bodyPr anchorCtr="0" anchor="t" bIns="0" lIns="0" spcFirstLastPara="1" rIns="0" wrap="square" tIns="0">
            <a:spAutoFit/>
          </a:bodyPr>
          <a:lstStyle/>
          <a:p>
            <a:pPr indent="-152400" lvl="0" marL="0" rtl="0" algn="just">
              <a:lnSpc>
                <a:spcPct val="100000"/>
              </a:lnSpc>
              <a:spcBef>
                <a:spcPts val="0"/>
              </a:spcBef>
              <a:spcAft>
                <a:spcPts val="0"/>
              </a:spcAft>
              <a:buClr>
                <a:schemeClr val="dk1"/>
              </a:buClr>
              <a:buSzPts val="2400"/>
              <a:buFont typeface="Calibri"/>
              <a:buChar char="•"/>
            </a:pPr>
            <a:r>
              <a:rPr b="1" i="0" lang="en-US" sz="2400" u="sng">
                <a:solidFill>
                  <a:schemeClr val="dk1"/>
                </a:solidFill>
                <a:latin typeface="Calibri"/>
                <a:ea typeface="Calibri"/>
                <a:cs typeface="Calibri"/>
                <a:sym typeface="Calibri"/>
              </a:rPr>
              <a:t>Logical Address</a:t>
            </a:r>
            <a:r>
              <a:rPr b="0" i="0" lang="en-US" sz="2400" u="sng">
                <a:solidFill>
                  <a:schemeClr val="dk1"/>
                </a:solidFill>
                <a:latin typeface="Calibri"/>
                <a:ea typeface="Calibri"/>
                <a:cs typeface="Calibri"/>
                <a:sym typeface="Calibri"/>
              </a:rPr>
              <a:t> is generated by CPU while a program is running. </a:t>
            </a:r>
            <a:endParaRPr/>
          </a:p>
          <a:p>
            <a:pPr indent="-152400" lvl="0" marL="0" rtl="0" algn="just">
              <a:lnSpc>
                <a:spcPct val="100000"/>
              </a:lnSpc>
              <a:spcBef>
                <a:spcPts val="480"/>
              </a:spcBef>
              <a:spcAft>
                <a:spcPts val="0"/>
              </a:spcAft>
              <a:buClr>
                <a:schemeClr val="dk1"/>
              </a:buClr>
              <a:buSzPts val="2400"/>
              <a:buFont typeface="Calibri"/>
              <a:buChar char="•"/>
            </a:pPr>
            <a:r>
              <a:rPr b="0" i="0" lang="en-US" sz="2400" u="none">
                <a:solidFill>
                  <a:schemeClr val="dk1"/>
                </a:solidFill>
                <a:latin typeface="Calibri"/>
                <a:ea typeface="Calibri"/>
                <a:cs typeface="Calibri"/>
                <a:sym typeface="Calibri"/>
              </a:rPr>
              <a:t>The logical address is </a:t>
            </a:r>
            <a:r>
              <a:rPr b="0" i="0" lang="en-US" sz="2400" u="sng">
                <a:solidFill>
                  <a:schemeClr val="dk1"/>
                </a:solidFill>
                <a:latin typeface="Calibri"/>
                <a:ea typeface="Calibri"/>
                <a:cs typeface="Calibri"/>
                <a:sym typeface="Calibri"/>
              </a:rPr>
              <a:t>virtual address </a:t>
            </a:r>
            <a:r>
              <a:rPr b="0" i="0" lang="en-US" sz="2400" u="none">
                <a:solidFill>
                  <a:schemeClr val="dk1"/>
                </a:solidFill>
                <a:latin typeface="Calibri"/>
                <a:ea typeface="Calibri"/>
                <a:cs typeface="Calibri"/>
                <a:sym typeface="Calibri"/>
              </a:rPr>
              <a:t>as it does not exist physically, therefore, it is also known as Virtual Address. </a:t>
            </a:r>
            <a:endParaRPr/>
          </a:p>
          <a:p>
            <a:pPr indent="-152400" lvl="0" marL="0" rtl="0" algn="just">
              <a:lnSpc>
                <a:spcPct val="100000"/>
              </a:lnSpc>
              <a:spcBef>
                <a:spcPts val="480"/>
              </a:spcBef>
              <a:spcAft>
                <a:spcPts val="0"/>
              </a:spcAft>
              <a:buClr>
                <a:schemeClr val="dk1"/>
              </a:buClr>
              <a:buSzPts val="2400"/>
              <a:buFont typeface="Calibri"/>
              <a:buChar char="•"/>
            </a:pPr>
            <a:r>
              <a:rPr b="0" i="0" lang="en-US" sz="2400" u="none">
                <a:solidFill>
                  <a:schemeClr val="dk1"/>
                </a:solidFill>
                <a:latin typeface="Calibri"/>
                <a:ea typeface="Calibri"/>
                <a:cs typeface="Calibri"/>
                <a:sym typeface="Calibri"/>
              </a:rPr>
              <a:t>This address is </a:t>
            </a:r>
            <a:r>
              <a:rPr b="0" i="0" lang="en-US" sz="2400" u="sng">
                <a:solidFill>
                  <a:schemeClr val="dk1"/>
                </a:solidFill>
                <a:latin typeface="Calibri"/>
                <a:ea typeface="Calibri"/>
                <a:cs typeface="Calibri"/>
                <a:sym typeface="Calibri"/>
              </a:rPr>
              <a:t>used as a reference </a:t>
            </a:r>
            <a:r>
              <a:rPr b="0" i="0" lang="en-US" sz="2400" u="none">
                <a:solidFill>
                  <a:schemeClr val="dk1"/>
                </a:solidFill>
                <a:latin typeface="Calibri"/>
                <a:ea typeface="Calibri"/>
                <a:cs typeface="Calibri"/>
                <a:sym typeface="Calibri"/>
              </a:rPr>
              <a:t>to access the physical memory location by CPU. </a:t>
            </a:r>
            <a:endParaRPr/>
          </a:p>
          <a:p>
            <a:pPr indent="-152400" lvl="0" marL="0" rtl="0" algn="just">
              <a:lnSpc>
                <a:spcPct val="100000"/>
              </a:lnSpc>
              <a:spcBef>
                <a:spcPts val="480"/>
              </a:spcBef>
              <a:spcAft>
                <a:spcPts val="0"/>
              </a:spcAft>
              <a:buClr>
                <a:schemeClr val="dk1"/>
              </a:buClr>
              <a:buSzPts val="2400"/>
              <a:buFont typeface="Calibri"/>
              <a:buChar char="•"/>
            </a:pPr>
            <a:r>
              <a:rPr b="0" i="0" lang="en-US" sz="2400" u="none">
                <a:solidFill>
                  <a:schemeClr val="dk1"/>
                </a:solidFill>
                <a:latin typeface="Calibri"/>
                <a:ea typeface="Calibri"/>
                <a:cs typeface="Calibri"/>
                <a:sym typeface="Calibri"/>
              </a:rPr>
              <a:t>The hardware device called </a:t>
            </a:r>
            <a:r>
              <a:rPr b="0" i="0" lang="en-US" sz="2400" u="sng">
                <a:solidFill>
                  <a:schemeClr val="dk1"/>
                </a:solidFill>
                <a:latin typeface="Calibri"/>
                <a:ea typeface="Calibri"/>
                <a:cs typeface="Calibri"/>
                <a:sym typeface="Calibri"/>
              </a:rPr>
              <a:t>Memory-Management Unit </a:t>
            </a:r>
            <a:r>
              <a:rPr b="0" i="0" lang="en-US" sz="2400" u="none">
                <a:solidFill>
                  <a:schemeClr val="dk1"/>
                </a:solidFill>
                <a:latin typeface="Calibri"/>
                <a:ea typeface="Calibri"/>
                <a:cs typeface="Calibri"/>
                <a:sym typeface="Calibri"/>
              </a:rPr>
              <a:t>is used for </a:t>
            </a:r>
            <a:r>
              <a:rPr b="0" i="0" lang="en-US" sz="2400" u="sng">
                <a:solidFill>
                  <a:schemeClr val="dk1"/>
                </a:solidFill>
                <a:latin typeface="Calibri"/>
                <a:ea typeface="Calibri"/>
                <a:cs typeface="Calibri"/>
                <a:sym typeface="Calibri"/>
              </a:rPr>
              <a:t>mappin</a:t>
            </a:r>
            <a:r>
              <a:rPr b="0" i="0" lang="en-US" sz="2400" u="none">
                <a:solidFill>
                  <a:schemeClr val="dk1"/>
                </a:solidFill>
                <a:latin typeface="Calibri"/>
                <a:ea typeface="Calibri"/>
                <a:cs typeface="Calibri"/>
                <a:sym typeface="Calibri"/>
              </a:rPr>
              <a:t>g logical address to its corresponding physical address.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2"/>
          <p:cNvSpPr txBox="1"/>
          <p:nvPr>
            <p:ph type="title"/>
          </p:nvPr>
        </p:nvSpPr>
        <p:spPr>
          <a:xfrm>
            <a:off x="1069975" y="228600"/>
            <a:ext cx="7388225" cy="11430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Clr>
                <a:srgbClr val="006FBF"/>
              </a:buClr>
              <a:buSzPts val="3600"/>
              <a:buFont typeface="Cambria"/>
              <a:buNone/>
            </a:pPr>
            <a:r>
              <a:rPr b="0" i="0" lang="en-US" sz="3600" u="none">
                <a:solidFill>
                  <a:srgbClr val="006FBF"/>
                </a:solidFill>
                <a:latin typeface="Cambria"/>
                <a:ea typeface="Cambria"/>
                <a:cs typeface="Cambria"/>
                <a:sym typeface="Cambria"/>
              </a:rPr>
              <a:t>What is logical and physical address?</a:t>
            </a:r>
            <a:endParaRPr/>
          </a:p>
        </p:txBody>
      </p:sp>
      <p:sp>
        <p:nvSpPr>
          <p:cNvPr id="82" name="Google Shape;82;p12"/>
          <p:cNvSpPr txBox="1"/>
          <p:nvPr>
            <p:ph idx="1" type="body"/>
          </p:nvPr>
        </p:nvSpPr>
        <p:spPr>
          <a:xfrm>
            <a:off x="1108075" y="1633537"/>
            <a:ext cx="7731125" cy="4911725"/>
          </a:xfrm>
          <a:prstGeom prst="rect">
            <a:avLst/>
          </a:prstGeom>
          <a:noFill/>
          <a:ln>
            <a:noFill/>
          </a:ln>
        </p:spPr>
        <p:txBody>
          <a:bodyPr anchorCtr="0" anchor="t" bIns="0" lIns="0" spcFirstLastPara="1" rIns="0" wrap="square" tIns="0">
            <a:spAutoFit/>
          </a:bodyPr>
          <a:lstStyle/>
          <a:p>
            <a:pPr indent="-177800" lvl="0" marL="0" rtl="0" algn="just">
              <a:lnSpc>
                <a:spcPct val="100000"/>
              </a:lnSpc>
              <a:spcBef>
                <a:spcPts val="0"/>
              </a:spcBef>
              <a:spcAft>
                <a:spcPts val="0"/>
              </a:spcAft>
              <a:buClr>
                <a:schemeClr val="dk1"/>
              </a:buClr>
              <a:buSzPts val="2800"/>
              <a:buFont typeface="Calibri"/>
              <a:buChar char="•"/>
            </a:pPr>
            <a:r>
              <a:rPr b="1" i="0" lang="en-US" sz="2800" u="none">
                <a:solidFill>
                  <a:schemeClr val="dk1"/>
                </a:solidFill>
                <a:latin typeface="Calibri"/>
                <a:ea typeface="Calibri"/>
                <a:cs typeface="Calibri"/>
                <a:sym typeface="Calibri"/>
              </a:rPr>
              <a:t>Physical Address</a:t>
            </a:r>
            <a:r>
              <a:rPr b="0" i="0" lang="en-US" sz="2800" u="none">
                <a:solidFill>
                  <a:schemeClr val="dk1"/>
                </a:solidFill>
                <a:latin typeface="Calibri"/>
                <a:ea typeface="Calibri"/>
                <a:cs typeface="Calibri"/>
                <a:sym typeface="Calibri"/>
              </a:rPr>
              <a:t> identifies a </a:t>
            </a:r>
            <a:r>
              <a:rPr b="0" i="0" lang="en-US" sz="2800" u="sng">
                <a:solidFill>
                  <a:schemeClr val="dk1"/>
                </a:solidFill>
                <a:latin typeface="Calibri"/>
                <a:ea typeface="Calibri"/>
                <a:cs typeface="Calibri"/>
                <a:sym typeface="Calibri"/>
              </a:rPr>
              <a:t>physical location </a:t>
            </a:r>
            <a:r>
              <a:rPr b="0" i="0" lang="en-US" sz="2800" u="none">
                <a:solidFill>
                  <a:schemeClr val="dk1"/>
                </a:solidFill>
                <a:latin typeface="Calibri"/>
                <a:ea typeface="Calibri"/>
                <a:cs typeface="Calibri"/>
                <a:sym typeface="Calibri"/>
              </a:rPr>
              <a:t>of required </a:t>
            </a:r>
            <a:r>
              <a:rPr b="0" i="0" lang="en-US" sz="2800" u="sng">
                <a:solidFill>
                  <a:schemeClr val="dk1"/>
                </a:solidFill>
                <a:latin typeface="Calibri"/>
                <a:ea typeface="Calibri"/>
                <a:cs typeface="Calibri"/>
                <a:sym typeface="Calibri"/>
              </a:rPr>
              <a:t>data in a memory</a:t>
            </a:r>
            <a:r>
              <a:rPr b="0" i="0" lang="en-US" sz="2800" u="none">
                <a:solidFill>
                  <a:schemeClr val="dk1"/>
                </a:solidFill>
                <a:latin typeface="Calibri"/>
                <a:ea typeface="Calibri"/>
                <a:cs typeface="Calibri"/>
                <a:sym typeface="Calibri"/>
              </a:rPr>
              <a:t>. </a:t>
            </a:r>
            <a:endParaRPr/>
          </a:p>
          <a:p>
            <a:pPr indent="-177800" lvl="0" marL="0" rtl="0" algn="just">
              <a:lnSpc>
                <a:spcPct val="100000"/>
              </a:lnSpc>
              <a:spcBef>
                <a:spcPts val="560"/>
              </a:spcBef>
              <a:spcAft>
                <a:spcPts val="0"/>
              </a:spcAft>
              <a:buClr>
                <a:schemeClr val="dk1"/>
              </a:buClr>
              <a:buSzPts val="2800"/>
              <a:buFont typeface="Calibri"/>
              <a:buChar char="•"/>
            </a:pPr>
            <a:r>
              <a:rPr b="0" i="0" lang="en-US" sz="2800" u="none">
                <a:solidFill>
                  <a:schemeClr val="dk1"/>
                </a:solidFill>
                <a:latin typeface="Calibri"/>
                <a:ea typeface="Calibri"/>
                <a:cs typeface="Calibri"/>
                <a:sym typeface="Calibri"/>
              </a:rPr>
              <a:t>The user </a:t>
            </a:r>
            <a:r>
              <a:rPr b="0" i="0" lang="en-US" sz="2800" u="sng">
                <a:solidFill>
                  <a:schemeClr val="dk1"/>
                </a:solidFill>
                <a:latin typeface="Calibri"/>
                <a:ea typeface="Calibri"/>
                <a:cs typeface="Calibri"/>
                <a:sym typeface="Calibri"/>
              </a:rPr>
              <a:t>never directly deals </a:t>
            </a:r>
            <a:r>
              <a:rPr b="0" i="0" lang="en-US" sz="2800" u="none">
                <a:solidFill>
                  <a:schemeClr val="dk1"/>
                </a:solidFill>
                <a:latin typeface="Calibri"/>
                <a:ea typeface="Calibri"/>
                <a:cs typeface="Calibri"/>
                <a:sym typeface="Calibri"/>
              </a:rPr>
              <a:t>with the physical address but can access by its corresponding logical address. </a:t>
            </a:r>
            <a:endParaRPr/>
          </a:p>
          <a:p>
            <a:pPr indent="-177800" lvl="0" marL="0" rtl="0" algn="just">
              <a:lnSpc>
                <a:spcPct val="100000"/>
              </a:lnSpc>
              <a:spcBef>
                <a:spcPts val="560"/>
              </a:spcBef>
              <a:spcAft>
                <a:spcPts val="0"/>
              </a:spcAft>
              <a:buClr>
                <a:schemeClr val="dk1"/>
              </a:buClr>
              <a:buSzPts val="2800"/>
              <a:buFont typeface="Calibri"/>
              <a:buChar char="•"/>
            </a:pPr>
            <a:r>
              <a:rPr b="0" i="0" lang="en-US" sz="2800" u="none">
                <a:solidFill>
                  <a:schemeClr val="dk1"/>
                </a:solidFill>
                <a:latin typeface="Calibri"/>
                <a:ea typeface="Calibri"/>
                <a:cs typeface="Calibri"/>
                <a:sym typeface="Calibri"/>
              </a:rPr>
              <a:t>The user program generates the logical address and thinks that the program is running in this logical address but </a:t>
            </a:r>
            <a:r>
              <a:rPr b="0" i="0" lang="en-US" sz="2800" u="sng">
                <a:solidFill>
                  <a:schemeClr val="dk1"/>
                </a:solidFill>
                <a:latin typeface="Calibri"/>
                <a:ea typeface="Calibri"/>
                <a:cs typeface="Calibri"/>
                <a:sym typeface="Calibri"/>
              </a:rPr>
              <a:t>the program needs physical memory for its execution, </a:t>
            </a:r>
            <a:r>
              <a:rPr b="0" i="0" lang="en-US" sz="2800" u="none">
                <a:solidFill>
                  <a:schemeClr val="dk1"/>
                </a:solidFill>
                <a:latin typeface="Calibri"/>
                <a:ea typeface="Calibri"/>
                <a:cs typeface="Calibri"/>
                <a:sym typeface="Calibri"/>
              </a:rPr>
              <a:t>therefore, the logical address must be mapped to the physical address by MMU before they are used.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3"/>
          <p:cNvSpPr txBox="1"/>
          <p:nvPr>
            <p:ph type="title"/>
          </p:nvPr>
        </p:nvSpPr>
        <p:spPr>
          <a:xfrm>
            <a:off x="1069975" y="304800"/>
            <a:ext cx="7693025" cy="10668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Clr>
                <a:srgbClr val="006FBF"/>
              </a:buClr>
              <a:buSzPts val="3200"/>
              <a:buFont typeface="Cambria"/>
              <a:buNone/>
            </a:pPr>
            <a:r>
              <a:rPr b="0" i="0" lang="en-US" sz="3200" u="none">
                <a:solidFill>
                  <a:srgbClr val="006FBF"/>
                </a:solidFill>
                <a:latin typeface="Cambria"/>
                <a:ea typeface="Cambria"/>
                <a:cs typeface="Cambria"/>
                <a:sym typeface="Cambria"/>
              </a:rPr>
              <a:t>Mapping logical address to physical address</a:t>
            </a:r>
            <a:endParaRPr/>
          </a:p>
        </p:txBody>
      </p:sp>
      <p:pic>
        <p:nvPicPr>
          <p:cNvPr id="88" name="Google Shape;88;p13"/>
          <p:cNvPicPr preferRelativeResize="0"/>
          <p:nvPr/>
        </p:nvPicPr>
        <p:blipFill rotWithShape="1">
          <a:blip r:embed="rId3">
            <a:alphaModFix/>
          </a:blip>
          <a:srcRect b="0" l="0" r="0" t="0"/>
          <a:stretch/>
        </p:blipFill>
        <p:spPr>
          <a:xfrm>
            <a:off x="1828800" y="1828800"/>
            <a:ext cx="6230937" cy="40386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4"/>
          <p:cNvSpPr txBox="1"/>
          <p:nvPr>
            <p:ph type="title"/>
          </p:nvPr>
        </p:nvSpPr>
        <p:spPr>
          <a:xfrm>
            <a:off x="1111250" y="533400"/>
            <a:ext cx="6851650" cy="554037"/>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Clr>
                <a:srgbClr val="006FBF"/>
              </a:buClr>
              <a:buSzPts val="3600"/>
              <a:buFont typeface="Cambria"/>
              <a:buNone/>
            </a:pPr>
            <a:r>
              <a:rPr b="0" i="0" lang="en-US" sz="3600" u="none">
                <a:solidFill>
                  <a:srgbClr val="006FBF"/>
                </a:solidFill>
                <a:latin typeface="Cambria"/>
                <a:ea typeface="Cambria"/>
                <a:cs typeface="Cambria"/>
                <a:sym typeface="Cambria"/>
              </a:rPr>
              <a:t>Memory Management Techniques</a:t>
            </a:r>
            <a:endParaRPr/>
          </a:p>
        </p:txBody>
      </p:sp>
      <p:pic>
        <p:nvPicPr>
          <p:cNvPr id="94" name="Google Shape;94;p14"/>
          <p:cNvPicPr preferRelativeResize="0"/>
          <p:nvPr/>
        </p:nvPicPr>
        <p:blipFill rotWithShape="1">
          <a:blip r:embed="rId3">
            <a:alphaModFix/>
          </a:blip>
          <a:srcRect b="0" l="0" r="0" t="0"/>
          <a:stretch/>
        </p:blipFill>
        <p:spPr>
          <a:xfrm>
            <a:off x="1243012" y="2017712"/>
            <a:ext cx="6456362" cy="41814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15"/>
          <p:cNvSpPr txBox="1"/>
          <p:nvPr>
            <p:ph type="title"/>
          </p:nvPr>
        </p:nvSpPr>
        <p:spPr>
          <a:xfrm>
            <a:off x="1108075" y="381000"/>
            <a:ext cx="6851650" cy="554037"/>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Clr>
                <a:srgbClr val="006FBF"/>
              </a:buClr>
              <a:buSzPts val="3600"/>
              <a:buFont typeface="Cambria"/>
              <a:buNone/>
            </a:pPr>
            <a:r>
              <a:rPr b="0" i="0" lang="en-US" sz="3600" u="none">
                <a:solidFill>
                  <a:srgbClr val="006FBF"/>
                </a:solidFill>
                <a:latin typeface="Cambria"/>
                <a:ea typeface="Cambria"/>
                <a:cs typeface="Cambria"/>
                <a:sym typeface="Cambria"/>
              </a:rPr>
              <a:t>Contiguous memory allocation</a:t>
            </a:r>
            <a:endParaRPr/>
          </a:p>
        </p:txBody>
      </p:sp>
      <p:sp>
        <p:nvSpPr>
          <p:cNvPr id="100" name="Google Shape;100;p15"/>
          <p:cNvSpPr txBox="1"/>
          <p:nvPr>
            <p:ph idx="1" type="body"/>
          </p:nvPr>
        </p:nvSpPr>
        <p:spPr>
          <a:xfrm>
            <a:off x="1108075" y="1633537"/>
            <a:ext cx="7654925" cy="4049712"/>
          </a:xfrm>
          <a:prstGeom prst="rect">
            <a:avLst/>
          </a:prstGeom>
          <a:noFill/>
          <a:ln>
            <a:noFill/>
          </a:ln>
        </p:spPr>
        <p:txBody>
          <a:bodyPr anchorCtr="0" anchor="t" bIns="0" lIns="0" spcFirstLastPara="1" rIns="0" wrap="square" tIns="0">
            <a:spAutoFit/>
          </a:bodyPr>
          <a:lstStyle/>
          <a:p>
            <a:pPr indent="-177800" lvl="0" marL="0" rtl="0" algn="just">
              <a:lnSpc>
                <a:spcPct val="100000"/>
              </a:lnSpc>
              <a:spcBef>
                <a:spcPts val="0"/>
              </a:spcBef>
              <a:spcAft>
                <a:spcPts val="0"/>
              </a:spcAft>
              <a:buClr>
                <a:schemeClr val="dk1"/>
              </a:buClr>
              <a:buSzPts val="2800"/>
              <a:buFont typeface="Calibri"/>
              <a:buChar char="•"/>
            </a:pPr>
            <a:r>
              <a:rPr b="0" i="0" lang="en-US" sz="2800" u="none">
                <a:solidFill>
                  <a:schemeClr val="dk1"/>
                </a:solidFill>
                <a:latin typeface="Calibri"/>
                <a:ea typeface="Calibri"/>
                <a:cs typeface="Calibri"/>
                <a:sym typeface="Calibri"/>
              </a:rPr>
              <a:t>Contiguous memory allocation is basically a method in which a </a:t>
            </a:r>
            <a:r>
              <a:rPr b="0" i="0" lang="en-US" sz="2800" u="sng">
                <a:solidFill>
                  <a:schemeClr val="dk1"/>
                </a:solidFill>
                <a:latin typeface="Calibri"/>
                <a:ea typeface="Calibri"/>
                <a:cs typeface="Calibri"/>
                <a:sym typeface="Calibri"/>
              </a:rPr>
              <a:t>single contiguous section/part of memory is allocated to a process </a:t>
            </a:r>
            <a:r>
              <a:rPr b="0" i="0" lang="en-US" sz="2800" u="none">
                <a:solidFill>
                  <a:schemeClr val="dk1"/>
                </a:solidFill>
                <a:latin typeface="Calibri"/>
                <a:ea typeface="Calibri"/>
                <a:cs typeface="Calibri"/>
                <a:sym typeface="Calibri"/>
              </a:rPr>
              <a:t>or file needing it. </a:t>
            </a:r>
            <a:endParaRPr/>
          </a:p>
          <a:p>
            <a:pPr indent="-177800" lvl="0" marL="0" rtl="0" algn="just">
              <a:lnSpc>
                <a:spcPct val="100000"/>
              </a:lnSpc>
              <a:spcBef>
                <a:spcPts val="560"/>
              </a:spcBef>
              <a:spcAft>
                <a:spcPts val="0"/>
              </a:spcAft>
              <a:buClr>
                <a:schemeClr val="dk1"/>
              </a:buClr>
              <a:buSzPts val="2800"/>
              <a:buFont typeface="Calibri"/>
              <a:buChar char="•"/>
            </a:pPr>
            <a:r>
              <a:rPr b="0" i="0" lang="en-US" sz="2800" u="none">
                <a:solidFill>
                  <a:schemeClr val="dk1"/>
                </a:solidFill>
                <a:latin typeface="Calibri"/>
                <a:ea typeface="Calibri"/>
                <a:cs typeface="Calibri"/>
                <a:sym typeface="Calibri"/>
              </a:rPr>
              <a:t>Because of this all the available memory space resides </a:t>
            </a:r>
            <a:r>
              <a:rPr b="0" i="0" lang="en-US" sz="2800" u="sng">
                <a:solidFill>
                  <a:schemeClr val="dk1"/>
                </a:solidFill>
                <a:latin typeface="Calibri"/>
                <a:ea typeface="Calibri"/>
                <a:cs typeface="Calibri"/>
                <a:sym typeface="Calibri"/>
              </a:rPr>
              <a:t>at the same place together</a:t>
            </a:r>
            <a:endParaRPr/>
          </a:p>
          <a:p>
            <a:pPr indent="-177800" lvl="0" marL="0" rtl="0" algn="just">
              <a:lnSpc>
                <a:spcPct val="100000"/>
              </a:lnSpc>
              <a:spcBef>
                <a:spcPts val="560"/>
              </a:spcBef>
              <a:spcAft>
                <a:spcPts val="0"/>
              </a:spcAft>
              <a:buClr>
                <a:schemeClr val="dk1"/>
              </a:buClr>
              <a:buSzPts val="2800"/>
              <a:buFont typeface="Calibri"/>
              <a:buChar char="•"/>
            </a:pPr>
            <a:r>
              <a:rPr b="0" i="0" lang="en-US" sz="2800" u="none">
                <a:solidFill>
                  <a:schemeClr val="dk1"/>
                </a:solidFill>
                <a:latin typeface="Calibri"/>
                <a:ea typeface="Calibri"/>
                <a:cs typeface="Calibri"/>
                <a:sym typeface="Calibri"/>
              </a:rPr>
              <a:t>Which means that the freely/unused available memory partitions </a:t>
            </a:r>
            <a:r>
              <a:rPr b="0" i="0" lang="en-US" sz="2800" u="sng">
                <a:solidFill>
                  <a:schemeClr val="dk1"/>
                </a:solidFill>
                <a:latin typeface="Calibri"/>
                <a:ea typeface="Calibri"/>
                <a:cs typeface="Calibri"/>
                <a:sym typeface="Calibri"/>
              </a:rPr>
              <a:t>are not distributed in a random fashion here and there </a:t>
            </a:r>
            <a:r>
              <a:rPr b="0" i="0" lang="en-US" sz="2800" u="none">
                <a:solidFill>
                  <a:schemeClr val="dk1"/>
                </a:solidFill>
                <a:latin typeface="Calibri"/>
                <a:ea typeface="Calibri"/>
                <a:cs typeface="Calibri"/>
                <a:sym typeface="Calibri"/>
              </a:rPr>
              <a:t>across the whole memory space.</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16"/>
          <p:cNvSpPr txBox="1"/>
          <p:nvPr>
            <p:ph type="title"/>
          </p:nvPr>
        </p:nvSpPr>
        <p:spPr>
          <a:xfrm>
            <a:off x="1108075" y="354012"/>
            <a:ext cx="6851650" cy="554037"/>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Clr>
                <a:srgbClr val="006FBF"/>
              </a:buClr>
              <a:buSzPts val="3600"/>
              <a:buFont typeface="Cambria"/>
              <a:buNone/>
            </a:pPr>
            <a:r>
              <a:rPr b="0" i="0" lang="en-US" sz="3600" u="none">
                <a:solidFill>
                  <a:srgbClr val="006FBF"/>
                </a:solidFill>
                <a:latin typeface="Cambria"/>
                <a:ea typeface="Cambria"/>
                <a:cs typeface="Cambria"/>
                <a:sym typeface="Cambria"/>
              </a:rPr>
              <a:t>Contiguous memory allocation</a:t>
            </a:r>
            <a:endParaRPr/>
          </a:p>
        </p:txBody>
      </p:sp>
      <p:pic>
        <p:nvPicPr>
          <p:cNvPr id="106" name="Google Shape;106;p16"/>
          <p:cNvPicPr preferRelativeResize="0"/>
          <p:nvPr/>
        </p:nvPicPr>
        <p:blipFill rotWithShape="1">
          <a:blip r:embed="rId3">
            <a:alphaModFix/>
          </a:blip>
          <a:srcRect b="0" l="0" r="0" t="0"/>
          <a:stretch/>
        </p:blipFill>
        <p:spPr>
          <a:xfrm>
            <a:off x="2286000" y="1676400"/>
            <a:ext cx="3810000" cy="42449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17"/>
          <p:cNvSpPr txBox="1"/>
          <p:nvPr>
            <p:ph type="title"/>
          </p:nvPr>
        </p:nvSpPr>
        <p:spPr>
          <a:xfrm>
            <a:off x="1111250" y="152400"/>
            <a:ext cx="7423150" cy="10668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Clr>
                <a:srgbClr val="006FBF"/>
              </a:buClr>
              <a:buSzPts val="3600"/>
              <a:buFont typeface="Cambria"/>
              <a:buNone/>
            </a:pPr>
            <a:r>
              <a:rPr b="0" i="0" lang="en-US" sz="3600" u="none">
                <a:solidFill>
                  <a:srgbClr val="006FBF"/>
                </a:solidFill>
                <a:latin typeface="Cambria"/>
                <a:ea typeface="Cambria"/>
                <a:cs typeface="Cambria"/>
                <a:sym typeface="Cambria"/>
              </a:rPr>
              <a:t>Non-Contiguous memory allocation</a:t>
            </a:r>
            <a:endParaRPr/>
          </a:p>
        </p:txBody>
      </p:sp>
      <p:sp>
        <p:nvSpPr>
          <p:cNvPr id="112" name="Google Shape;112;p17"/>
          <p:cNvSpPr txBox="1"/>
          <p:nvPr>
            <p:ph idx="1" type="body"/>
          </p:nvPr>
        </p:nvSpPr>
        <p:spPr>
          <a:xfrm>
            <a:off x="990600" y="1676400"/>
            <a:ext cx="7848600" cy="3619500"/>
          </a:xfrm>
          <a:prstGeom prst="rect">
            <a:avLst/>
          </a:prstGeom>
          <a:noFill/>
          <a:ln>
            <a:noFill/>
          </a:ln>
        </p:spPr>
        <p:txBody>
          <a:bodyPr anchorCtr="0" anchor="t" bIns="0" lIns="0" spcFirstLastPara="1" rIns="0" wrap="square" tIns="0">
            <a:spAutoFit/>
          </a:bodyPr>
          <a:lstStyle/>
          <a:p>
            <a:pPr indent="-177800" lvl="0" marL="0" rtl="0" algn="just">
              <a:lnSpc>
                <a:spcPct val="100000"/>
              </a:lnSpc>
              <a:spcBef>
                <a:spcPts val="0"/>
              </a:spcBef>
              <a:spcAft>
                <a:spcPts val="0"/>
              </a:spcAft>
              <a:buClr>
                <a:schemeClr val="dk1"/>
              </a:buClr>
              <a:buSzPts val="2800"/>
              <a:buFont typeface="Calibri"/>
              <a:buChar char="•"/>
            </a:pPr>
            <a:r>
              <a:rPr b="0" i="0" lang="en-US" sz="2800" u="none">
                <a:solidFill>
                  <a:schemeClr val="dk1"/>
                </a:solidFill>
                <a:latin typeface="Calibri"/>
                <a:ea typeface="Calibri"/>
                <a:cs typeface="Calibri"/>
                <a:sym typeface="Calibri"/>
              </a:rPr>
              <a:t>Non-Contiguous memory allocation is basically a method which </a:t>
            </a:r>
            <a:r>
              <a:rPr b="0" i="0" lang="en-US" sz="2800" u="sng">
                <a:solidFill>
                  <a:schemeClr val="dk1"/>
                </a:solidFill>
                <a:latin typeface="Calibri"/>
                <a:ea typeface="Calibri"/>
                <a:cs typeface="Calibri"/>
                <a:sym typeface="Calibri"/>
              </a:rPr>
              <a:t>allocates the memory space present in different locations </a:t>
            </a:r>
            <a:r>
              <a:rPr b="0" i="0" lang="en-US" sz="2800" u="none">
                <a:solidFill>
                  <a:schemeClr val="dk1"/>
                </a:solidFill>
                <a:latin typeface="Calibri"/>
                <a:ea typeface="Calibri"/>
                <a:cs typeface="Calibri"/>
                <a:sym typeface="Calibri"/>
              </a:rPr>
              <a:t>to the process as per it’s requirements.</a:t>
            </a:r>
            <a:endParaRPr/>
          </a:p>
          <a:p>
            <a:pPr indent="0" lvl="0" marL="0" rtl="0" algn="just">
              <a:lnSpc>
                <a:spcPct val="100000"/>
              </a:lnSpc>
              <a:spcBef>
                <a:spcPts val="560"/>
              </a:spcBef>
              <a:spcAft>
                <a:spcPts val="0"/>
              </a:spcAft>
              <a:buClr>
                <a:schemeClr val="dk1"/>
              </a:buClr>
              <a:buSzPts val="2800"/>
              <a:buFont typeface="Calibri"/>
              <a:buNone/>
            </a:pPr>
            <a:r>
              <a:t/>
            </a:r>
            <a:endParaRPr b="0" i="0" sz="2800" u="none">
              <a:solidFill>
                <a:schemeClr val="dk1"/>
              </a:solidFill>
              <a:latin typeface="Calibri"/>
              <a:ea typeface="Calibri"/>
              <a:cs typeface="Calibri"/>
              <a:sym typeface="Calibri"/>
            </a:endParaRPr>
          </a:p>
          <a:p>
            <a:pPr indent="-177800" lvl="0" marL="0" rtl="0" algn="just">
              <a:lnSpc>
                <a:spcPct val="100000"/>
              </a:lnSpc>
              <a:spcBef>
                <a:spcPts val="560"/>
              </a:spcBef>
              <a:spcAft>
                <a:spcPts val="0"/>
              </a:spcAft>
              <a:buClr>
                <a:schemeClr val="dk1"/>
              </a:buClr>
              <a:buSzPts val="2800"/>
              <a:buFont typeface="Calibri"/>
              <a:buChar char="•"/>
            </a:pPr>
            <a:r>
              <a:rPr b="0" i="0" lang="en-US" sz="2800" u="none">
                <a:solidFill>
                  <a:schemeClr val="dk1"/>
                </a:solidFill>
                <a:latin typeface="Calibri"/>
                <a:ea typeface="Calibri"/>
                <a:cs typeface="Calibri"/>
                <a:sym typeface="Calibri"/>
              </a:rPr>
              <a:t>This technique of memory allocation </a:t>
            </a:r>
            <a:r>
              <a:rPr b="0" i="0" lang="en-US" sz="2800" u="sng">
                <a:solidFill>
                  <a:schemeClr val="dk1"/>
                </a:solidFill>
                <a:latin typeface="Calibri"/>
                <a:ea typeface="Calibri"/>
                <a:cs typeface="Calibri"/>
                <a:sym typeface="Calibri"/>
              </a:rPr>
              <a:t>helps to reduce the wastage of memory</a:t>
            </a:r>
            <a:r>
              <a:rPr b="0" i="0" lang="en-US" sz="2800" u="none">
                <a:solidFill>
                  <a:schemeClr val="dk1"/>
                </a:solidFill>
                <a:latin typeface="Calibri"/>
                <a:ea typeface="Calibri"/>
                <a:cs typeface="Calibri"/>
                <a:sym typeface="Calibri"/>
              </a:rPr>
              <a:t>, which eventually gives rise to Internal and external fragmentation.</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18"/>
          <p:cNvSpPr txBox="1"/>
          <p:nvPr>
            <p:ph type="title"/>
          </p:nvPr>
        </p:nvSpPr>
        <p:spPr>
          <a:xfrm>
            <a:off x="1108075" y="558800"/>
            <a:ext cx="6889750" cy="492125"/>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Clr>
                <a:srgbClr val="006FBF"/>
              </a:buClr>
              <a:buSzPts val="3200"/>
              <a:buFont typeface="Cambria"/>
              <a:buNone/>
            </a:pPr>
            <a:r>
              <a:rPr b="0" i="0" lang="en-US" sz="3200" u="none">
                <a:solidFill>
                  <a:srgbClr val="006FBF"/>
                </a:solidFill>
                <a:latin typeface="Cambria"/>
                <a:ea typeface="Cambria"/>
                <a:cs typeface="Cambria"/>
                <a:sym typeface="Cambria"/>
              </a:rPr>
              <a:t>Non-Contiguous memory allocation</a:t>
            </a:r>
            <a:endParaRPr/>
          </a:p>
        </p:txBody>
      </p:sp>
      <p:pic>
        <p:nvPicPr>
          <p:cNvPr id="118" name="Google Shape;118;p18"/>
          <p:cNvPicPr preferRelativeResize="0"/>
          <p:nvPr/>
        </p:nvPicPr>
        <p:blipFill rotWithShape="1">
          <a:blip r:embed="rId3">
            <a:alphaModFix/>
          </a:blip>
          <a:srcRect b="0" l="0" r="0" t="0"/>
          <a:stretch/>
        </p:blipFill>
        <p:spPr>
          <a:xfrm>
            <a:off x="2362200" y="1981200"/>
            <a:ext cx="4038600" cy="45466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19"/>
          <p:cNvSpPr txBox="1"/>
          <p:nvPr>
            <p:ph type="title"/>
          </p:nvPr>
        </p:nvSpPr>
        <p:spPr>
          <a:xfrm>
            <a:off x="874712" y="381000"/>
            <a:ext cx="8274050" cy="98425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Clr>
                <a:srgbClr val="006FBF"/>
              </a:buClr>
              <a:buSzPts val="3200"/>
              <a:buFont typeface="Calibri"/>
              <a:buNone/>
            </a:pPr>
            <a:r>
              <a:rPr b="0" i="0" lang="en-US" sz="3200" u="none">
                <a:solidFill>
                  <a:srgbClr val="006FBF"/>
                </a:solidFill>
                <a:latin typeface="Calibri"/>
                <a:ea typeface="Calibri"/>
                <a:cs typeface="Calibri"/>
                <a:sym typeface="Calibri"/>
              </a:rPr>
              <a:t>Contiguous</a:t>
            </a:r>
            <a:r>
              <a:rPr b="1" i="0" lang="en-US" sz="3200" u="none">
                <a:solidFill>
                  <a:srgbClr val="006FBF"/>
                </a:solidFill>
                <a:latin typeface="Calibri"/>
                <a:ea typeface="Calibri"/>
                <a:cs typeface="Calibri"/>
                <a:sym typeface="Calibri"/>
              </a:rPr>
              <a:t> </a:t>
            </a:r>
            <a:r>
              <a:rPr b="0" i="0" lang="en-US" sz="3200" u="none">
                <a:solidFill>
                  <a:srgbClr val="006FBF"/>
                </a:solidFill>
                <a:latin typeface="Cambria"/>
                <a:ea typeface="Cambria"/>
                <a:cs typeface="Cambria"/>
                <a:sym typeface="Cambria"/>
              </a:rPr>
              <a:t>Memory Management Techniques</a:t>
            </a:r>
            <a:endParaRPr/>
          </a:p>
        </p:txBody>
      </p:sp>
      <p:sp>
        <p:nvSpPr>
          <p:cNvPr id="124" name="Google Shape;124;p19"/>
          <p:cNvSpPr txBox="1"/>
          <p:nvPr>
            <p:ph idx="1" type="body"/>
          </p:nvPr>
        </p:nvSpPr>
        <p:spPr>
          <a:xfrm>
            <a:off x="1108075" y="1633537"/>
            <a:ext cx="7807325" cy="2498725"/>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Clr>
                <a:schemeClr val="dk1"/>
              </a:buClr>
              <a:buSzPts val="2800"/>
              <a:buFont typeface="Calibri"/>
              <a:buNone/>
            </a:pPr>
            <a:r>
              <a:t/>
            </a:r>
            <a:endParaRPr b="0" i="0" sz="2800" u="none">
              <a:solidFill>
                <a:schemeClr val="dk1"/>
              </a:solidFill>
              <a:latin typeface="Calibri"/>
              <a:ea typeface="Calibri"/>
              <a:cs typeface="Calibri"/>
              <a:sym typeface="Calibri"/>
            </a:endParaRPr>
          </a:p>
          <a:p>
            <a:pPr indent="-177800" lvl="0" marL="0" rtl="0" algn="l">
              <a:lnSpc>
                <a:spcPct val="100000"/>
              </a:lnSpc>
              <a:spcBef>
                <a:spcPts val="560"/>
              </a:spcBef>
              <a:spcAft>
                <a:spcPts val="0"/>
              </a:spcAft>
              <a:buClr>
                <a:schemeClr val="dk1"/>
              </a:buClr>
              <a:buSzPts val="2800"/>
              <a:buFont typeface="Calibri"/>
              <a:buChar char="•"/>
            </a:pPr>
            <a:r>
              <a:rPr b="0" i="0" lang="en-US" sz="2800" u="none">
                <a:solidFill>
                  <a:schemeClr val="dk1"/>
                </a:solidFill>
                <a:latin typeface="Calibri"/>
                <a:ea typeface="Calibri"/>
                <a:cs typeface="Calibri"/>
                <a:sym typeface="Calibri"/>
              </a:rPr>
              <a:t>Contiguous Technique can be divided into:</a:t>
            </a:r>
            <a:endParaRPr/>
          </a:p>
          <a:p>
            <a:pPr indent="-177800" lvl="1" marL="457200" rtl="0" algn="l">
              <a:lnSpc>
                <a:spcPct val="100000"/>
              </a:lnSpc>
              <a:spcBef>
                <a:spcPts val="560"/>
              </a:spcBef>
              <a:spcAft>
                <a:spcPts val="0"/>
              </a:spcAft>
              <a:buClr>
                <a:schemeClr val="dk1"/>
              </a:buClr>
              <a:buSzPts val="2800"/>
              <a:buFont typeface="Calibri"/>
              <a:buChar char="–"/>
            </a:pPr>
            <a:r>
              <a:rPr b="0" i="0" lang="en-US" sz="2800" u="none">
                <a:solidFill>
                  <a:schemeClr val="dk1"/>
                </a:solidFill>
                <a:latin typeface="Calibri"/>
                <a:ea typeface="Calibri"/>
                <a:cs typeface="Calibri"/>
                <a:sym typeface="Calibri"/>
              </a:rPr>
              <a:t>Fixed (or static) partitioning</a:t>
            </a:r>
            <a:endParaRPr/>
          </a:p>
          <a:p>
            <a:pPr indent="-177800" lvl="1" marL="457200" rtl="0" algn="l">
              <a:lnSpc>
                <a:spcPct val="100000"/>
              </a:lnSpc>
              <a:spcBef>
                <a:spcPts val="560"/>
              </a:spcBef>
              <a:spcAft>
                <a:spcPts val="0"/>
              </a:spcAft>
              <a:buClr>
                <a:schemeClr val="dk1"/>
              </a:buClr>
              <a:buSzPts val="2800"/>
              <a:buFont typeface="Calibri"/>
              <a:buChar char="–"/>
            </a:pPr>
            <a:r>
              <a:rPr b="0" i="0" lang="en-US" sz="2800" u="none">
                <a:solidFill>
                  <a:schemeClr val="dk1"/>
                </a:solidFill>
                <a:latin typeface="Calibri"/>
                <a:ea typeface="Calibri"/>
                <a:cs typeface="Calibri"/>
                <a:sym typeface="Calibri"/>
              </a:rPr>
              <a:t>Variable (or dynamic) partitioning</a:t>
            </a:r>
            <a:endParaRPr/>
          </a:p>
          <a:p>
            <a:pPr indent="0" lvl="0" marL="0" rtl="0" algn="l">
              <a:spcBef>
                <a:spcPts val="560"/>
              </a:spcBef>
              <a:spcAft>
                <a:spcPts val="0"/>
              </a:spcAft>
              <a:buClr>
                <a:schemeClr val="dk1"/>
              </a:buClr>
              <a:buSzPts val="2800"/>
              <a:buFont typeface="Calibri"/>
              <a:buNone/>
            </a:pPr>
            <a:r>
              <a:t/>
            </a:r>
            <a:endParaRPr b="0" i="0" sz="2800" u="non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0"/>
          <p:cNvSpPr txBox="1"/>
          <p:nvPr>
            <p:ph type="title"/>
          </p:nvPr>
        </p:nvSpPr>
        <p:spPr>
          <a:xfrm>
            <a:off x="1108075" y="304800"/>
            <a:ext cx="6851650" cy="1108075"/>
          </a:xfrm>
          <a:prstGeom prst="rect">
            <a:avLst/>
          </a:prstGeom>
          <a:noFill/>
          <a:ln>
            <a:noFill/>
          </a:ln>
        </p:spPr>
        <p:txBody>
          <a:bodyPr anchorCtr="0" anchor="t" bIns="0" lIns="0" spcFirstLastPara="1" rIns="0" wrap="square" tIns="0">
            <a:spAutoFit/>
          </a:bodyPr>
          <a:lstStyle/>
          <a:p>
            <a:pPr indent="-342900" lvl="0" marL="342900" rtl="0" algn="l">
              <a:lnSpc>
                <a:spcPct val="100000"/>
              </a:lnSpc>
              <a:spcBef>
                <a:spcPts val="0"/>
              </a:spcBef>
              <a:spcAft>
                <a:spcPts val="0"/>
              </a:spcAft>
              <a:buClr>
                <a:schemeClr val="dk2"/>
              </a:buClr>
              <a:buSzPts val="3600"/>
              <a:buFont typeface="Calibri"/>
              <a:buNone/>
            </a:pPr>
            <a:r>
              <a:rPr b="0" i="0" lang="en-US" sz="3600" u="none">
                <a:solidFill>
                  <a:schemeClr val="dk2"/>
                </a:solidFill>
                <a:latin typeface="Calibri"/>
                <a:ea typeface="Calibri"/>
                <a:cs typeface="Calibri"/>
                <a:sym typeface="Calibri"/>
              </a:rPr>
              <a:t>Fixed (or static) partitioning</a:t>
            </a:r>
            <a:br>
              <a:rPr b="0" i="0" lang="en-US" sz="3600" u="none">
                <a:solidFill>
                  <a:schemeClr val="dk2"/>
                </a:solidFill>
                <a:latin typeface="Calibri"/>
                <a:ea typeface="Calibri"/>
                <a:cs typeface="Calibri"/>
                <a:sym typeface="Calibri"/>
              </a:rPr>
            </a:br>
            <a:endParaRPr/>
          </a:p>
        </p:txBody>
      </p:sp>
      <p:sp>
        <p:nvSpPr>
          <p:cNvPr id="130" name="Google Shape;130;p20"/>
          <p:cNvSpPr txBox="1"/>
          <p:nvPr>
            <p:ph idx="1" type="body"/>
          </p:nvPr>
        </p:nvSpPr>
        <p:spPr>
          <a:xfrm>
            <a:off x="1108075" y="1633537"/>
            <a:ext cx="7883525" cy="3705225"/>
          </a:xfrm>
          <a:prstGeom prst="rect">
            <a:avLst/>
          </a:prstGeom>
          <a:noFill/>
          <a:ln>
            <a:noFill/>
          </a:ln>
        </p:spPr>
        <p:txBody>
          <a:bodyPr anchorCtr="0" anchor="t" bIns="0" lIns="0" spcFirstLastPara="1" rIns="0" wrap="square" tIns="0">
            <a:spAutoFit/>
          </a:bodyPr>
          <a:lstStyle/>
          <a:p>
            <a:pPr indent="-177800" lvl="0" marL="0" rtl="0" algn="just">
              <a:lnSpc>
                <a:spcPct val="100000"/>
              </a:lnSpc>
              <a:spcBef>
                <a:spcPts val="0"/>
              </a:spcBef>
              <a:spcAft>
                <a:spcPts val="0"/>
              </a:spcAft>
              <a:buClr>
                <a:schemeClr val="dk1"/>
              </a:buClr>
              <a:buSzPts val="2800"/>
              <a:buFont typeface="Calibri"/>
              <a:buChar char="•"/>
            </a:pPr>
            <a:r>
              <a:rPr b="0" i="0" lang="en-US" sz="2800" u="none">
                <a:solidFill>
                  <a:schemeClr val="dk1"/>
                </a:solidFill>
                <a:latin typeface="Calibri"/>
                <a:ea typeface="Calibri"/>
                <a:cs typeface="Calibri"/>
                <a:sym typeface="Calibri"/>
              </a:rPr>
              <a:t>This is the oldest and simplest technique used.</a:t>
            </a:r>
            <a:endParaRPr/>
          </a:p>
          <a:p>
            <a:pPr indent="-177800" lvl="0" marL="0" rtl="0" algn="just">
              <a:lnSpc>
                <a:spcPct val="100000"/>
              </a:lnSpc>
              <a:spcBef>
                <a:spcPts val="560"/>
              </a:spcBef>
              <a:spcAft>
                <a:spcPts val="0"/>
              </a:spcAft>
              <a:buClr>
                <a:schemeClr val="dk1"/>
              </a:buClr>
              <a:buSzPts val="2800"/>
              <a:buFont typeface="Calibri"/>
              <a:buChar char="•"/>
            </a:pPr>
            <a:r>
              <a:rPr b="0" i="0" lang="en-US" sz="2800" u="none">
                <a:solidFill>
                  <a:schemeClr val="dk1"/>
                </a:solidFill>
                <a:latin typeface="Calibri"/>
                <a:ea typeface="Calibri"/>
                <a:cs typeface="Calibri"/>
                <a:sym typeface="Calibri"/>
              </a:rPr>
              <a:t> In this partitioning, </a:t>
            </a:r>
            <a:r>
              <a:rPr b="0" i="0" lang="en-US" sz="2800" u="sng">
                <a:solidFill>
                  <a:schemeClr val="dk1"/>
                </a:solidFill>
                <a:latin typeface="Calibri"/>
                <a:ea typeface="Calibri"/>
                <a:cs typeface="Calibri"/>
                <a:sym typeface="Calibri"/>
              </a:rPr>
              <a:t>number of partitions in RAM are fixed but size of each partition may or may not be same.</a:t>
            </a:r>
            <a:r>
              <a:rPr b="0" i="0" lang="en-US" sz="2800" u="none">
                <a:solidFill>
                  <a:schemeClr val="dk1"/>
                </a:solidFill>
                <a:latin typeface="Calibri"/>
                <a:ea typeface="Calibri"/>
                <a:cs typeface="Calibri"/>
                <a:sym typeface="Calibri"/>
              </a:rPr>
              <a:t> </a:t>
            </a:r>
            <a:endParaRPr/>
          </a:p>
          <a:p>
            <a:pPr indent="-177800" lvl="0" marL="0" rtl="0" algn="just">
              <a:lnSpc>
                <a:spcPct val="100000"/>
              </a:lnSpc>
              <a:spcBef>
                <a:spcPts val="560"/>
              </a:spcBef>
              <a:spcAft>
                <a:spcPts val="0"/>
              </a:spcAft>
              <a:buClr>
                <a:schemeClr val="dk1"/>
              </a:buClr>
              <a:buSzPts val="2800"/>
              <a:buFont typeface="Calibri"/>
              <a:buChar char="•"/>
            </a:pPr>
            <a:r>
              <a:rPr b="0" i="0" lang="en-US" sz="2800" u="none">
                <a:solidFill>
                  <a:schemeClr val="dk1"/>
                </a:solidFill>
                <a:latin typeface="Calibri"/>
                <a:ea typeface="Calibri"/>
                <a:cs typeface="Calibri"/>
                <a:sym typeface="Calibri"/>
              </a:rPr>
              <a:t>As it is </a:t>
            </a:r>
            <a:r>
              <a:rPr b="1" i="0" lang="en-US" sz="2800" u="none">
                <a:solidFill>
                  <a:schemeClr val="dk1"/>
                </a:solidFill>
                <a:latin typeface="Calibri"/>
                <a:ea typeface="Calibri"/>
                <a:cs typeface="Calibri"/>
                <a:sym typeface="Calibri"/>
              </a:rPr>
              <a:t>contiguous</a:t>
            </a:r>
            <a:r>
              <a:rPr b="0" i="0" lang="en-US" sz="2800" u="none">
                <a:solidFill>
                  <a:schemeClr val="dk1"/>
                </a:solidFill>
                <a:latin typeface="Calibri"/>
                <a:ea typeface="Calibri"/>
                <a:cs typeface="Calibri"/>
                <a:sym typeface="Calibri"/>
              </a:rPr>
              <a:t> allocation, hence no spanning is allowed.</a:t>
            </a:r>
            <a:endParaRPr/>
          </a:p>
          <a:p>
            <a:pPr indent="-177800" lvl="0" marL="0" rtl="0" algn="just">
              <a:lnSpc>
                <a:spcPct val="100000"/>
              </a:lnSpc>
              <a:spcBef>
                <a:spcPts val="560"/>
              </a:spcBef>
              <a:spcAft>
                <a:spcPts val="0"/>
              </a:spcAft>
              <a:buClr>
                <a:schemeClr val="dk1"/>
              </a:buClr>
              <a:buSzPts val="2800"/>
              <a:buFont typeface="Calibri"/>
              <a:buChar char="•"/>
            </a:pPr>
            <a:r>
              <a:rPr b="0" i="0" lang="en-US" sz="2800" u="none">
                <a:solidFill>
                  <a:schemeClr val="dk1"/>
                </a:solidFill>
                <a:latin typeface="Calibri"/>
                <a:ea typeface="Calibri"/>
                <a:cs typeface="Calibri"/>
                <a:sym typeface="Calibri"/>
              </a:rPr>
              <a:t> Here </a:t>
            </a:r>
            <a:r>
              <a:rPr b="0" i="0" lang="en-US" sz="2800" u="sng">
                <a:solidFill>
                  <a:schemeClr val="dk1"/>
                </a:solidFill>
                <a:latin typeface="Calibri"/>
                <a:ea typeface="Calibri"/>
                <a:cs typeface="Calibri"/>
                <a:sym typeface="Calibri"/>
              </a:rPr>
              <a:t>partition are made before execution or during system configure</a:t>
            </a:r>
            <a:r>
              <a:rPr b="0" i="0" lang="en-US" sz="2800" u="none">
                <a:solidFill>
                  <a:schemeClr val="dk1"/>
                </a:solidFill>
                <a:latin typeface="Calibri"/>
                <a:ea typeface="Calibri"/>
                <a:cs typeface="Calibri"/>
                <a:sym typeface="Calibri"/>
              </a:rPr>
              <a:t>.</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1"/>
          <p:cNvSpPr txBox="1"/>
          <p:nvPr>
            <p:ph type="title"/>
          </p:nvPr>
        </p:nvSpPr>
        <p:spPr>
          <a:xfrm>
            <a:off x="1143000" y="228600"/>
            <a:ext cx="6851650" cy="1108075"/>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Clr>
                <a:srgbClr val="006FBF"/>
              </a:buClr>
              <a:buSzPts val="3600"/>
              <a:buFont typeface="Cambria"/>
              <a:buNone/>
            </a:pPr>
            <a:r>
              <a:rPr b="0" i="0" lang="en-US" sz="3600" u="none">
                <a:solidFill>
                  <a:srgbClr val="006FBF"/>
                </a:solidFill>
                <a:latin typeface="Cambria"/>
                <a:ea typeface="Cambria"/>
                <a:cs typeface="Cambria"/>
                <a:sym typeface="Cambria"/>
              </a:rPr>
              <a:t>Fixed (or static) partitioning </a:t>
            </a:r>
            <a:r>
              <a:rPr b="0" i="0" lang="en-US" sz="2800" u="none">
                <a:solidFill>
                  <a:srgbClr val="006FBF"/>
                </a:solidFill>
                <a:latin typeface="Cambria"/>
                <a:ea typeface="Cambria"/>
                <a:cs typeface="Cambria"/>
                <a:sym typeface="Cambria"/>
              </a:rPr>
              <a:t>contd..</a:t>
            </a:r>
            <a:br>
              <a:rPr b="0" i="0" lang="en-US" sz="3600" u="none">
                <a:solidFill>
                  <a:srgbClr val="006FBF"/>
                </a:solidFill>
                <a:latin typeface="Cambria"/>
                <a:ea typeface="Cambria"/>
                <a:cs typeface="Cambria"/>
                <a:sym typeface="Cambria"/>
              </a:rPr>
            </a:br>
            <a:endParaRPr/>
          </a:p>
        </p:txBody>
      </p:sp>
      <p:pic>
        <p:nvPicPr>
          <p:cNvPr id="136" name="Google Shape;136;p21"/>
          <p:cNvPicPr preferRelativeResize="0"/>
          <p:nvPr/>
        </p:nvPicPr>
        <p:blipFill rotWithShape="1">
          <a:blip r:embed="rId3">
            <a:alphaModFix/>
          </a:blip>
          <a:srcRect b="0" l="0" r="0" t="0"/>
          <a:stretch/>
        </p:blipFill>
        <p:spPr>
          <a:xfrm>
            <a:off x="2209800" y="1981200"/>
            <a:ext cx="4191000" cy="4211637"/>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22"/>
          <p:cNvSpPr txBox="1"/>
          <p:nvPr>
            <p:ph type="title"/>
          </p:nvPr>
        </p:nvSpPr>
        <p:spPr>
          <a:xfrm>
            <a:off x="1082675" y="368300"/>
            <a:ext cx="7540625" cy="9271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Clr>
                <a:srgbClr val="006FBF"/>
              </a:buClr>
              <a:buSzPts val="4000"/>
              <a:buFont typeface="Cambria"/>
              <a:buNone/>
            </a:pPr>
            <a:r>
              <a:rPr b="0" i="0" lang="en-US" sz="4000" u="none">
                <a:solidFill>
                  <a:srgbClr val="006FBF"/>
                </a:solidFill>
                <a:latin typeface="Cambria"/>
                <a:ea typeface="Cambria"/>
                <a:cs typeface="Cambria"/>
                <a:sym typeface="Cambria"/>
              </a:rPr>
              <a:t>Fixed (or static) partitioning </a:t>
            </a:r>
            <a:r>
              <a:rPr b="0" i="0" lang="en-US" sz="3200" u="none">
                <a:solidFill>
                  <a:srgbClr val="006FBF"/>
                </a:solidFill>
                <a:latin typeface="Cambria"/>
                <a:ea typeface="Cambria"/>
                <a:cs typeface="Cambria"/>
                <a:sym typeface="Cambria"/>
              </a:rPr>
              <a:t>contd..</a:t>
            </a:r>
            <a:br>
              <a:rPr b="0" i="0" lang="en-US" sz="4000" u="none">
                <a:solidFill>
                  <a:srgbClr val="006FBF"/>
                </a:solidFill>
                <a:latin typeface="Cambria"/>
                <a:ea typeface="Cambria"/>
                <a:cs typeface="Cambria"/>
                <a:sym typeface="Cambria"/>
              </a:rPr>
            </a:br>
            <a:endParaRPr/>
          </a:p>
        </p:txBody>
      </p:sp>
      <p:sp>
        <p:nvSpPr>
          <p:cNvPr id="142" name="Google Shape;142;p22"/>
          <p:cNvSpPr txBox="1"/>
          <p:nvPr>
            <p:ph idx="1" type="body"/>
          </p:nvPr>
        </p:nvSpPr>
        <p:spPr>
          <a:xfrm>
            <a:off x="1108075" y="1633537"/>
            <a:ext cx="7807325" cy="4357687"/>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Clr>
                <a:schemeClr val="dk1"/>
              </a:buClr>
              <a:buSzPts val="2400"/>
              <a:buFont typeface="Calibri"/>
              <a:buNone/>
            </a:pPr>
            <a:r>
              <a:rPr b="1" i="0" lang="en-US" sz="2400" u="none">
                <a:solidFill>
                  <a:schemeClr val="dk1"/>
                </a:solidFill>
                <a:latin typeface="Calibri"/>
                <a:ea typeface="Calibri"/>
                <a:cs typeface="Calibri"/>
                <a:sym typeface="Calibri"/>
              </a:rPr>
              <a:t>Disadvantages of Fixed Partitioning –</a:t>
            </a:r>
            <a:endParaRPr/>
          </a:p>
          <a:p>
            <a:pPr indent="0" lvl="0" marL="0" rtl="0" algn="l">
              <a:lnSpc>
                <a:spcPct val="100000"/>
              </a:lnSpc>
              <a:spcBef>
                <a:spcPts val="480"/>
              </a:spcBef>
              <a:spcAft>
                <a:spcPts val="0"/>
              </a:spcAft>
              <a:buClr>
                <a:schemeClr val="dk1"/>
              </a:buClr>
              <a:buSzPts val="2400"/>
              <a:buFont typeface="Calibri"/>
              <a:buNone/>
            </a:pPr>
            <a:r>
              <a:t/>
            </a:r>
            <a:endParaRPr b="0" i="0" sz="2400" u="none">
              <a:solidFill>
                <a:schemeClr val="dk1"/>
              </a:solidFill>
              <a:latin typeface="Calibri"/>
              <a:ea typeface="Calibri"/>
              <a:cs typeface="Calibri"/>
              <a:sym typeface="Calibri"/>
            </a:endParaRPr>
          </a:p>
          <a:p>
            <a:pPr indent="-152400" lvl="0" marL="0" rtl="0" algn="l">
              <a:lnSpc>
                <a:spcPct val="100000"/>
              </a:lnSpc>
              <a:spcBef>
                <a:spcPts val="480"/>
              </a:spcBef>
              <a:spcAft>
                <a:spcPts val="0"/>
              </a:spcAft>
              <a:buClr>
                <a:schemeClr val="dk1"/>
              </a:buClr>
              <a:buSzPts val="2400"/>
              <a:buFont typeface="Calibri"/>
              <a:buChar char="•"/>
            </a:pPr>
            <a:r>
              <a:rPr b="1" i="0" lang="en-US" sz="2400" u="none">
                <a:solidFill>
                  <a:schemeClr val="dk1"/>
                </a:solidFill>
                <a:latin typeface="Calibri"/>
                <a:ea typeface="Calibri"/>
                <a:cs typeface="Calibri"/>
                <a:sym typeface="Calibri"/>
              </a:rPr>
              <a:t>Internal Fragmentation:</a:t>
            </a:r>
            <a:br>
              <a:rPr b="0" i="0" lang="en-US" sz="2400" u="none">
                <a:solidFill>
                  <a:schemeClr val="dk1"/>
                </a:solidFill>
                <a:latin typeface="Calibri"/>
                <a:ea typeface="Calibri"/>
                <a:cs typeface="Calibri"/>
                <a:sym typeface="Calibri"/>
              </a:rPr>
            </a:br>
            <a:r>
              <a:rPr b="0" i="0" lang="en-US" sz="2400" u="none">
                <a:solidFill>
                  <a:schemeClr val="dk1"/>
                </a:solidFill>
                <a:latin typeface="Calibri"/>
                <a:ea typeface="Calibri"/>
                <a:cs typeface="Calibri"/>
                <a:sym typeface="Calibri"/>
              </a:rPr>
              <a:t>Main memory use is inefficient. Any program, no matter how small, occupies an entire partition. This can cause internal fragmentation.</a:t>
            </a:r>
            <a:endParaRPr/>
          </a:p>
          <a:p>
            <a:pPr indent="0" lvl="0" marL="0" rtl="0" algn="l">
              <a:lnSpc>
                <a:spcPct val="100000"/>
              </a:lnSpc>
              <a:spcBef>
                <a:spcPts val="480"/>
              </a:spcBef>
              <a:spcAft>
                <a:spcPts val="0"/>
              </a:spcAft>
              <a:buClr>
                <a:schemeClr val="dk1"/>
              </a:buClr>
              <a:buSzPts val="2400"/>
              <a:buFont typeface="Calibri"/>
              <a:buNone/>
            </a:pPr>
            <a:r>
              <a:t/>
            </a:r>
            <a:endParaRPr b="0" i="0" sz="2400" u="none">
              <a:solidFill>
                <a:schemeClr val="dk1"/>
              </a:solidFill>
              <a:latin typeface="Calibri"/>
              <a:ea typeface="Calibri"/>
              <a:cs typeface="Calibri"/>
              <a:sym typeface="Calibri"/>
            </a:endParaRPr>
          </a:p>
          <a:p>
            <a:pPr indent="-152400" lvl="0" marL="0" rtl="0" algn="l">
              <a:lnSpc>
                <a:spcPct val="100000"/>
              </a:lnSpc>
              <a:spcBef>
                <a:spcPts val="480"/>
              </a:spcBef>
              <a:spcAft>
                <a:spcPts val="0"/>
              </a:spcAft>
              <a:buClr>
                <a:schemeClr val="dk1"/>
              </a:buClr>
              <a:buSzPts val="2400"/>
              <a:buFont typeface="Calibri"/>
              <a:buChar char="•"/>
            </a:pPr>
            <a:r>
              <a:rPr b="1" i="0" lang="en-US" sz="2400" u="none">
                <a:solidFill>
                  <a:schemeClr val="dk1"/>
                </a:solidFill>
                <a:latin typeface="Calibri"/>
                <a:ea typeface="Calibri"/>
                <a:cs typeface="Calibri"/>
                <a:sym typeface="Calibri"/>
              </a:rPr>
              <a:t>External Fragmentation:</a:t>
            </a:r>
            <a:br>
              <a:rPr b="0" i="0" lang="en-US" sz="2400" u="none">
                <a:solidFill>
                  <a:schemeClr val="dk1"/>
                </a:solidFill>
                <a:latin typeface="Calibri"/>
                <a:ea typeface="Calibri"/>
                <a:cs typeface="Calibri"/>
                <a:sym typeface="Calibri"/>
              </a:rPr>
            </a:br>
            <a:r>
              <a:rPr b="0" i="0" lang="en-US" sz="2400" u="none">
                <a:solidFill>
                  <a:schemeClr val="dk1"/>
                </a:solidFill>
                <a:latin typeface="Calibri"/>
                <a:ea typeface="Calibri"/>
                <a:cs typeface="Calibri"/>
                <a:sym typeface="Calibri"/>
              </a:rPr>
              <a:t>The total unused space of various partitions cannot be used to load the processes even though there is space available but not in the contiguous form (as spanning is not allowed).</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3"/>
          <p:cNvSpPr txBox="1"/>
          <p:nvPr>
            <p:ph type="title"/>
          </p:nvPr>
        </p:nvSpPr>
        <p:spPr>
          <a:xfrm>
            <a:off x="1108075" y="228600"/>
            <a:ext cx="6851650" cy="11430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Clr>
                <a:srgbClr val="006FBF"/>
              </a:buClr>
              <a:buSzPts val="4000"/>
              <a:buFont typeface="Cambria"/>
              <a:buNone/>
            </a:pPr>
            <a:r>
              <a:rPr b="1" i="0" lang="en-US" sz="4000" u="none">
                <a:solidFill>
                  <a:srgbClr val="006FBF"/>
                </a:solidFill>
                <a:latin typeface="Cambria"/>
                <a:ea typeface="Cambria"/>
                <a:cs typeface="Cambria"/>
                <a:sym typeface="Cambria"/>
              </a:rPr>
              <a:t>What is Fragmentation?</a:t>
            </a:r>
            <a:br>
              <a:rPr b="1" i="0" lang="en-US" sz="4000" u="none">
                <a:solidFill>
                  <a:srgbClr val="006FBF"/>
                </a:solidFill>
                <a:latin typeface="Cambria"/>
                <a:ea typeface="Cambria"/>
                <a:cs typeface="Cambria"/>
                <a:sym typeface="Cambria"/>
              </a:rPr>
            </a:br>
            <a:endParaRPr/>
          </a:p>
        </p:txBody>
      </p:sp>
      <p:sp>
        <p:nvSpPr>
          <p:cNvPr id="148" name="Google Shape;148;p23"/>
          <p:cNvSpPr txBox="1"/>
          <p:nvPr>
            <p:ph idx="1" type="body"/>
          </p:nvPr>
        </p:nvSpPr>
        <p:spPr>
          <a:xfrm>
            <a:off x="1108075" y="1633537"/>
            <a:ext cx="7807325" cy="3989387"/>
          </a:xfrm>
          <a:prstGeom prst="rect">
            <a:avLst/>
          </a:prstGeom>
          <a:noFill/>
          <a:ln>
            <a:noFill/>
          </a:ln>
        </p:spPr>
        <p:txBody>
          <a:bodyPr anchorCtr="0" anchor="t" bIns="0" lIns="0" spcFirstLastPara="1" rIns="0" wrap="square" tIns="0">
            <a:spAutoFit/>
          </a:bodyPr>
          <a:lstStyle/>
          <a:p>
            <a:pPr indent="-152400" lvl="0" marL="0" marR="0" rtl="0" algn="just">
              <a:lnSpc>
                <a:spcPct val="100000"/>
              </a:lnSpc>
              <a:spcBef>
                <a:spcPts val="0"/>
              </a:spcBef>
              <a:spcAft>
                <a:spcPts val="0"/>
              </a:spcAft>
              <a:buClr>
                <a:schemeClr val="dk1"/>
              </a:buClr>
              <a:buSzPts val="2400"/>
              <a:buFont typeface="Calibri"/>
              <a:buChar char="•"/>
            </a:pPr>
            <a:r>
              <a:rPr b="0" i="0" lang="en-US" sz="2400" u="none" cap="none" strike="noStrike">
                <a:solidFill>
                  <a:schemeClr val="dk1"/>
                </a:solidFill>
                <a:latin typeface="Calibri"/>
                <a:ea typeface="Calibri"/>
                <a:cs typeface="Calibri"/>
                <a:sym typeface="Calibri"/>
              </a:rPr>
              <a:t>Processes are stored and removed from memory, which creates free memory space, which are too small to use by other processes.</a:t>
            </a:r>
            <a:endParaRPr/>
          </a:p>
          <a:p>
            <a:pPr indent="0" lvl="0" marL="0" marR="0" rtl="0" algn="just">
              <a:lnSpc>
                <a:spcPct val="100000"/>
              </a:lnSpc>
              <a:spcBef>
                <a:spcPts val="480"/>
              </a:spcBef>
              <a:spcAft>
                <a:spcPts val="0"/>
              </a:spcAft>
              <a:buClr>
                <a:schemeClr val="dk1"/>
              </a:buClr>
              <a:buSzPts val="2400"/>
              <a:buFont typeface="Calibri"/>
              <a:buNone/>
            </a:pPr>
            <a:r>
              <a:t/>
            </a:r>
            <a:endParaRPr b="0" i="0" sz="2400" u="none" cap="none" strike="noStrike">
              <a:solidFill>
                <a:schemeClr val="dk1"/>
              </a:solidFill>
              <a:latin typeface="Calibri"/>
              <a:ea typeface="Calibri"/>
              <a:cs typeface="Calibri"/>
              <a:sym typeface="Calibri"/>
            </a:endParaRPr>
          </a:p>
          <a:p>
            <a:pPr indent="-152400" lvl="0" marL="0" marR="0" rtl="0" algn="just">
              <a:lnSpc>
                <a:spcPct val="100000"/>
              </a:lnSpc>
              <a:spcBef>
                <a:spcPts val="480"/>
              </a:spcBef>
              <a:spcAft>
                <a:spcPts val="0"/>
              </a:spcAft>
              <a:buClr>
                <a:schemeClr val="dk1"/>
              </a:buClr>
              <a:buSzPts val="2400"/>
              <a:buFont typeface="Calibri"/>
              <a:buChar char="•"/>
            </a:pPr>
            <a:r>
              <a:rPr b="0" i="0" lang="en-US" sz="2400" u="none" cap="none" strike="noStrike">
                <a:solidFill>
                  <a:schemeClr val="dk1"/>
                </a:solidFill>
                <a:latin typeface="Calibri"/>
                <a:ea typeface="Calibri"/>
                <a:cs typeface="Calibri"/>
                <a:sym typeface="Calibri"/>
              </a:rPr>
              <a:t>After sometimes, that processes not able to allocate to memory blocks because its small size and </a:t>
            </a:r>
            <a:r>
              <a:rPr b="0" i="0" lang="en-US" sz="2400" u="sng" cap="none" strike="noStrike">
                <a:solidFill>
                  <a:schemeClr val="dk1"/>
                </a:solidFill>
                <a:latin typeface="Calibri"/>
                <a:ea typeface="Calibri"/>
                <a:cs typeface="Calibri"/>
                <a:sym typeface="Calibri"/>
              </a:rPr>
              <a:t>memory blocks always remain unused is called fragmentation</a:t>
            </a:r>
            <a:r>
              <a:rPr b="0" i="0" lang="en-US" sz="2400" u="none" cap="none" strike="noStrike">
                <a:solidFill>
                  <a:schemeClr val="dk1"/>
                </a:solidFill>
                <a:latin typeface="Calibri"/>
                <a:ea typeface="Calibri"/>
                <a:cs typeface="Calibri"/>
                <a:sym typeface="Calibri"/>
              </a:rPr>
              <a:t>.</a:t>
            </a:r>
            <a:endParaRPr/>
          </a:p>
          <a:p>
            <a:pPr indent="0" lvl="0" marL="0" marR="0" rtl="0" algn="just">
              <a:lnSpc>
                <a:spcPct val="100000"/>
              </a:lnSpc>
              <a:spcBef>
                <a:spcPts val="480"/>
              </a:spcBef>
              <a:spcAft>
                <a:spcPts val="0"/>
              </a:spcAft>
              <a:buClr>
                <a:schemeClr val="dk1"/>
              </a:buClr>
              <a:buSzPts val="2400"/>
              <a:buFont typeface="Calibri"/>
              <a:buNone/>
            </a:pPr>
            <a:r>
              <a:t/>
            </a:r>
            <a:endParaRPr b="0" i="0" sz="2400" u="none" cap="none" strike="noStrike">
              <a:solidFill>
                <a:schemeClr val="dk1"/>
              </a:solidFill>
              <a:latin typeface="Calibri"/>
              <a:ea typeface="Calibri"/>
              <a:cs typeface="Calibri"/>
              <a:sym typeface="Calibri"/>
            </a:endParaRPr>
          </a:p>
          <a:p>
            <a:pPr indent="-152400" lvl="0" marL="0" marR="0" rtl="0" algn="just">
              <a:lnSpc>
                <a:spcPct val="100000"/>
              </a:lnSpc>
              <a:spcBef>
                <a:spcPts val="480"/>
              </a:spcBef>
              <a:spcAft>
                <a:spcPts val="0"/>
              </a:spcAft>
              <a:buClr>
                <a:schemeClr val="dk1"/>
              </a:buClr>
              <a:buSzPts val="2400"/>
              <a:buFont typeface="Calibri"/>
              <a:buChar char="•"/>
            </a:pPr>
            <a:r>
              <a:rPr b="0" i="0" lang="en-US" sz="2400" u="none" cap="none" strike="noStrike">
                <a:solidFill>
                  <a:schemeClr val="dk1"/>
                </a:solidFill>
                <a:latin typeface="Calibri"/>
                <a:ea typeface="Calibri"/>
                <a:cs typeface="Calibri"/>
                <a:sym typeface="Calibri"/>
              </a:rPr>
              <a:t>When free blocks are quite small, </a:t>
            </a:r>
            <a:r>
              <a:rPr b="0" i="0" lang="en-US" sz="2400" u="sng" cap="none" strike="noStrike">
                <a:solidFill>
                  <a:schemeClr val="dk1"/>
                </a:solidFill>
                <a:latin typeface="Calibri"/>
                <a:ea typeface="Calibri"/>
                <a:cs typeface="Calibri"/>
                <a:sym typeface="Calibri"/>
              </a:rPr>
              <a:t>so it is not able to fulfill any request</a:t>
            </a:r>
            <a:r>
              <a:rPr b="0" i="0" lang="en-US" sz="2400" u="none" cap="none" strike="noStrike">
                <a:solidFill>
                  <a:schemeClr val="dk1"/>
                </a:solidFill>
                <a:latin typeface="Calibri"/>
                <a:ea typeface="Calibri"/>
                <a:cs typeface="Calibri"/>
                <a:sym typeface="Calibri"/>
              </a:rPr>
              <a:t>.</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24"/>
          <p:cNvSpPr txBox="1"/>
          <p:nvPr>
            <p:ph type="title"/>
          </p:nvPr>
        </p:nvSpPr>
        <p:spPr>
          <a:xfrm>
            <a:off x="1108075" y="381000"/>
            <a:ext cx="6851650" cy="554037"/>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Clr>
                <a:srgbClr val="006FBF"/>
              </a:buClr>
              <a:buSzPts val="3600"/>
              <a:buFont typeface="Cambria"/>
              <a:buNone/>
            </a:pPr>
            <a:r>
              <a:rPr b="1" i="0" lang="en-US" sz="3600" u="none">
                <a:solidFill>
                  <a:srgbClr val="006FBF"/>
                </a:solidFill>
                <a:latin typeface="Cambria"/>
                <a:ea typeface="Cambria"/>
                <a:cs typeface="Cambria"/>
                <a:sym typeface="Cambria"/>
              </a:rPr>
              <a:t>What is Fragmentation? </a:t>
            </a:r>
            <a:r>
              <a:rPr b="1" i="0" lang="en-US" sz="2400" u="none">
                <a:solidFill>
                  <a:srgbClr val="006FBF"/>
                </a:solidFill>
                <a:latin typeface="Cambria"/>
                <a:ea typeface="Cambria"/>
                <a:cs typeface="Cambria"/>
                <a:sym typeface="Cambria"/>
              </a:rPr>
              <a:t>Contd..</a:t>
            </a:r>
            <a:endParaRPr/>
          </a:p>
        </p:txBody>
      </p:sp>
      <p:sp>
        <p:nvSpPr>
          <p:cNvPr id="154" name="Google Shape;154;p24"/>
          <p:cNvSpPr txBox="1"/>
          <p:nvPr>
            <p:ph idx="1" type="body"/>
          </p:nvPr>
        </p:nvSpPr>
        <p:spPr>
          <a:xfrm>
            <a:off x="1108075" y="1633537"/>
            <a:ext cx="7883525" cy="4767262"/>
          </a:xfrm>
          <a:prstGeom prst="rect">
            <a:avLst/>
          </a:prstGeom>
          <a:noFill/>
          <a:ln>
            <a:noFill/>
          </a:ln>
        </p:spPr>
        <p:txBody>
          <a:bodyPr anchorCtr="0" anchor="t" bIns="0" lIns="0" spcFirstLastPara="1" rIns="0" wrap="square" tIns="0">
            <a:spAutoFit/>
          </a:bodyPr>
          <a:lstStyle/>
          <a:p>
            <a:pPr indent="0" lvl="0" marL="0" rtl="0" algn="just">
              <a:lnSpc>
                <a:spcPct val="100000"/>
              </a:lnSpc>
              <a:spcBef>
                <a:spcPts val="0"/>
              </a:spcBef>
              <a:spcAft>
                <a:spcPts val="0"/>
              </a:spcAft>
              <a:buClr>
                <a:schemeClr val="dk1"/>
              </a:buClr>
              <a:buSzPts val="2800"/>
              <a:buFont typeface="Calibri"/>
              <a:buNone/>
            </a:pPr>
            <a:r>
              <a:rPr b="0" i="0" lang="en-US" sz="2800" u="none">
                <a:solidFill>
                  <a:schemeClr val="dk1"/>
                </a:solidFill>
                <a:latin typeface="Calibri"/>
                <a:ea typeface="Calibri"/>
                <a:cs typeface="Calibri"/>
                <a:sym typeface="Calibri"/>
              </a:rPr>
              <a:t>Fragmentation is of two types </a:t>
            </a:r>
            <a:endParaRPr/>
          </a:p>
          <a:p>
            <a:pPr indent="0" lvl="0" marL="0" rtl="0" algn="just">
              <a:lnSpc>
                <a:spcPct val="100000"/>
              </a:lnSpc>
              <a:spcBef>
                <a:spcPts val="560"/>
              </a:spcBef>
              <a:spcAft>
                <a:spcPts val="0"/>
              </a:spcAft>
              <a:buClr>
                <a:schemeClr val="dk1"/>
              </a:buClr>
              <a:buSzPts val="2800"/>
              <a:buFont typeface="Calibri"/>
              <a:buNone/>
            </a:pPr>
            <a:r>
              <a:rPr b="1" i="0" lang="en-US" sz="2800" u="none">
                <a:solidFill>
                  <a:schemeClr val="dk1"/>
                </a:solidFill>
                <a:latin typeface="Calibri"/>
                <a:ea typeface="Calibri"/>
                <a:cs typeface="Calibri"/>
                <a:sym typeface="Calibri"/>
              </a:rPr>
              <a:t>1. External fragmentation</a:t>
            </a:r>
            <a:endParaRPr/>
          </a:p>
          <a:p>
            <a:pPr indent="0" lvl="0" marL="0" rtl="0" algn="just">
              <a:lnSpc>
                <a:spcPct val="100000"/>
              </a:lnSpc>
              <a:spcBef>
                <a:spcPts val="560"/>
              </a:spcBef>
              <a:spcAft>
                <a:spcPts val="0"/>
              </a:spcAft>
              <a:buClr>
                <a:schemeClr val="dk1"/>
              </a:buClr>
              <a:buSzPts val="2800"/>
              <a:buFont typeface="Calibri"/>
              <a:buNone/>
            </a:pPr>
            <a:r>
              <a:rPr b="0" i="0" lang="en-US" sz="2800" u="none">
                <a:solidFill>
                  <a:schemeClr val="dk1"/>
                </a:solidFill>
                <a:latin typeface="Calibri"/>
                <a:ea typeface="Calibri"/>
                <a:cs typeface="Calibri"/>
                <a:sym typeface="Calibri"/>
              </a:rPr>
              <a:t>Total memory space is enough to satisfy a request or to reside a process in it, but it is not contiguous, so it cannot be used.</a:t>
            </a:r>
            <a:endParaRPr/>
          </a:p>
          <a:p>
            <a:pPr indent="0" lvl="0" marL="0" rtl="0" algn="just">
              <a:lnSpc>
                <a:spcPct val="100000"/>
              </a:lnSpc>
              <a:spcBef>
                <a:spcPts val="560"/>
              </a:spcBef>
              <a:spcAft>
                <a:spcPts val="0"/>
              </a:spcAft>
              <a:buClr>
                <a:schemeClr val="dk1"/>
              </a:buClr>
              <a:buSzPts val="2800"/>
              <a:buFont typeface="Calibri"/>
              <a:buNone/>
            </a:pPr>
            <a:r>
              <a:rPr b="1" i="0" lang="en-US" sz="2800" u="none">
                <a:solidFill>
                  <a:schemeClr val="dk1"/>
                </a:solidFill>
                <a:latin typeface="Calibri"/>
                <a:ea typeface="Calibri"/>
                <a:cs typeface="Calibri"/>
                <a:sym typeface="Calibri"/>
              </a:rPr>
              <a:t>2. Internal fragmentation</a:t>
            </a:r>
            <a:endParaRPr/>
          </a:p>
          <a:p>
            <a:pPr indent="0" lvl="0" marL="0" rtl="0" algn="just">
              <a:lnSpc>
                <a:spcPct val="100000"/>
              </a:lnSpc>
              <a:spcBef>
                <a:spcPts val="560"/>
              </a:spcBef>
              <a:spcAft>
                <a:spcPts val="0"/>
              </a:spcAft>
              <a:buClr>
                <a:schemeClr val="dk1"/>
              </a:buClr>
              <a:buSzPts val="2800"/>
              <a:buFont typeface="Calibri"/>
              <a:buNone/>
            </a:pPr>
            <a:r>
              <a:rPr b="0" i="0" lang="en-US" sz="2800" u="none">
                <a:solidFill>
                  <a:schemeClr val="dk1"/>
                </a:solidFill>
                <a:latin typeface="Calibri"/>
                <a:ea typeface="Calibri"/>
                <a:cs typeface="Calibri"/>
                <a:sym typeface="Calibri"/>
              </a:rPr>
              <a:t>Memory block assigned to process is bigger. Some portion of memory is left unused, as it cannot be used by another process.</a:t>
            </a:r>
            <a:endParaRPr/>
          </a:p>
          <a:p>
            <a:pPr indent="0" lvl="0" marL="0" rtl="0" algn="l">
              <a:spcBef>
                <a:spcPts val="560"/>
              </a:spcBef>
              <a:spcAft>
                <a:spcPts val="0"/>
              </a:spcAft>
              <a:buClr>
                <a:schemeClr val="dk1"/>
              </a:buClr>
              <a:buSzPts val="2800"/>
              <a:buFont typeface="Calibri"/>
              <a:buNone/>
            </a:pPr>
            <a:r>
              <a:t/>
            </a:r>
            <a:endParaRPr b="0" i="0" sz="2800" u="non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25"/>
          <p:cNvSpPr txBox="1"/>
          <p:nvPr>
            <p:ph type="title"/>
          </p:nvPr>
        </p:nvSpPr>
        <p:spPr>
          <a:xfrm>
            <a:off x="1535112" y="555625"/>
            <a:ext cx="7151687" cy="739775"/>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Clr>
                <a:srgbClr val="006FBF"/>
              </a:buClr>
              <a:buSzPts val="3600"/>
              <a:buFont typeface="Cambria"/>
              <a:buNone/>
            </a:pPr>
            <a:r>
              <a:rPr b="0" i="0" lang="en-US" sz="3600" u="none">
                <a:solidFill>
                  <a:srgbClr val="006FBF"/>
                </a:solidFill>
                <a:latin typeface="Cambria"/>
                <a:ea typeface="Cambria"/>
                <a:cs typeface="Cambria"/>
                <a:sym typeface="Cambria"/>
              </a:rPr>
              <a:t>Internal and External fragmentation</a:t>
            </a:r>
            <a:endParaRPr/>
          </a:p>
        </p:txBody>
      </p:sp>
      <p:pic>
        <p:nvPicPr>
          <p:cNvPr id="160" name="Google Shape;160;p25"/>
          <p:cNvPicPr preferRelativeResize="0"/>
          <p:nvPr/>
        </p:nvPicPr>
        <p:blipFill rotWithShape="1">
          <a:blip r:embed="rId3">
            <a:alphaModFix/>
          </a:blip>
          <a:srcRect b="0" l="0" r="0" t="0"/>
          <a:stretch/>
        </p:blipFill>
        <p:spPr>
          <a:xfrm>
            <a:off x="2209800" y="1600200"/>
            <a:ext cx="5500687" cy="3200400"/>
          </a:xfrm>
          <a:prstGeom prst="rect">
            <a:avLst/>
          </a:prstGeom>
          <a:noFill/>
          <a:ln>
            <a:noFill/>
          </a:ln>
        </p:spPr>
      </p:pic>
      <p:sp>
        <p:nvSpPr>
          <p:cNvPr id="161" name="Google Shape;161;p25"/>
          <p:cNvSpPr txBox="1"/>
          <p:nvPr/>
        </p:nvSpPr>
        <p:spPr>
          <a:xfrm>
            <a:off x="1874837" y="5105400"/>
            <a:ext cx="7239000" cy="1016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Arial"/>
              <a:buNone/>
            </a:pPr>
            <a:r>
              <a:rPr b="0" i="0" lang="en-US" sz="2000" u="none">
                <a:solidFill>
                  <a:schemeClr val="dk1"/>
                </a:solidFill>
                <a:latin typeface="Arial"/>
                <a:ea typeface="Arial"/>
                <a:cs typeface="Arial"/>
                <a:sym typeface="Arial"/>
              </a:rPr>
              <a:t>If a new </a:t>
            </a:r>
            <a:r>
              <a:rPr b="0" i="0" lang="en-US" sz="2000" u="sng">
                <a:solidFill>
                  <a:schemeClr val="dk1"/>
                </a:solidFill>
                <a:latin typeface="Arial"/>
                <a:ea typeface="Arial"/>
                <a:cs typeface="Arial"/>
                <a:sym typeface="Arial"/>
              </a:rPr>
              <a:t>process P3, requiring a 8 kb </a:t>
            </a:r>
            <a:r>
              <a:rPr b="0" i="0" lang="en-US" sz="2000" u="none">
                <a:solidFill>
                  <a:schemeClr val="dk1"/>
                </a:solidFill>
                <a:latin typeface="Arial"/>
                <a:ea typeface="Arial"/>
                <a:cs typeface="Arial"/>
                <a:sym typeface="Arial"/>
              </a:rPr>
              <a:t>of memory comes, it can not be loaded because of fragmentation, although there is enough total space</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26"/>
          <p:cNvSpPr txBox="1"/>
          <p:nvPr>
            <p:ph type="title"/>
          </p:nvPr>
        </p:nvSpPr>
        <p:spPr>
          <a:xfrm>
            <a:off x="954087" y="457200"/>
            <a:ext cx="6851650" cy="554037"/>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Clr>
                <a:srgbClr val="006FBF"/>
              </a:buClr>
              <a:buSzPts val="3600"/>
              <a:buFont typeface="Cambria"/>
              <a:buNone/>
            </a:pPr>
            <a:r>
              <a:rPr b="1" i="0" lang="en-US" sz="3600" u="none">
                <a:solidFill>
                  <a:srgbClr val="006FBF"/>
                </a:solidFill>
                <a:latin typeface="Cambria"/>
                <a:ea typeface="Cambria"/>
                <a:cs typeface="Cambria"/>
                <a:sym typeface="Cambria"/>
              </a:rPr>
              <a:t>Variable Partitioning</a:t>
            </a:r>
            <a:endParaRPr/>
          </a:p>
        </p:txBody>
      </p:sp>
      <p:sp>
        <p:nvSpPr>
          <p:cNvPr id="167" name="Google Shape;167;p26"/>
          <p:cNvSpPr txBox="1"/>
          <p:nvPr>
            <p:ph idx="1" type="body"/>
          </p:nvPr>
        </p:nvSpPr>
        <p:spPr>
          <a:xfrm>
            <a:off x="1108075" y="1633537"/>
            <a:ext cx="7807325" cy="3189287"/>
          </a:xfrm>
          <a:prstGeom prst="rect">
            <a:avLst/>
          </a:prstGeom>
          <a:noFill/>
          <a:ln>
            <a:noFill/>
          </a:ln>
        </p:spPr>
        <p:txBody>
          <a:bodyPr anchorCtr="0" anchor="t" bIns="0" lIns="0" spcFirstLastPara="1" rIns="0" wrap="square" tIns="0">
            <a:spAutoFit/>
          </a:bodyPr>
          <a:lstStyle/>
          <a:p>
            <a:pPr indent="-177800" lvl="0" marL="0" rtl="0" algn="l">
              <a:lnSpc>
                <a:spcPct val="100000"/>
              </a:lnSpc>
              <a:spcBef>
                <a:spcPts val="0"/>
              </a:spcBef>
              <a:spcAft>
                <a:spcPts val="0"/>
              </a:spcAft>
              <a:buClr>
                <a:schemeClr val="dk1"/>
              </a:buClr>
              <a:buSzPts val="2800"/>
              <a:buFont typeface="Calibri"/>
              <a:buChar char="•"/>
            </a:pPr>
            <a:r>
              <a:rPr b="1" i="0" lang="en-US" sz="2800" u="none">
                <a:solidFill>
                  <a:schemeClr val="dk1"/>
                </a:solidFill>
                <a:latin typeface="Calibri"/>
                <a:ea typeface="Calibri"/>
                <a:cs typeface="Calibri"/>
                <a:sym typeface="Calibri"/>
              </a:rPr>
              <a:t>Variable Partitioning </a:t>
            </a:r>
            <a:r>
              <a:rPr b="0" i="0" lang="en-US" sz="2800" u="none">
                <a:solidFill>
                  <a:schemeClr val="dk1"/>
                </a:solidFill>
                <a:latin typeface="Calibri"/>
                <a:ea typeface="Calibri"/>
                <a:cs typeface="Calibri"/>
                <a:sym typeface="Calibri"/>
              </a:rPr>
              <a:t>is a part of Contiguous allocation technique. </a:t>
            </a:r>
            <a:endParaRPr/>
          </a:p>
          <a:p>
            <a:pPr indent="-177800" lvl="0" marL="0" rtl="0" algn="l">
              <a:lnSpc>
                <a:spcPct val="100000"/>
              </a:lnSpc>
              <a:spcBef>
                <a:spcPts val="560"/>
              </a:spcBef>
              <a:spcAft>
                <a:spcPts val="0"/>
              </a:spcAft>
              <a:buClr>
                <a:schemeClr val="dk1"/>
              </a:buClr>
              <a:buSzPts val="2800"/>
              <a:buFont typeface="Calibri"/>
              <a:buChar char="•"/>
            </a:pPr>
            <a:r>
              <a:rPr b="0" i="0" lang="en-US" sz="2800" u="none">
                <a:solidFill>
                  <a:schemeClr val="dk1"/>
                </a:solidFill>
                <a:latin typeface="Calibri"/>
                <a:ea typeface="Calibri"/>
                <a:cs typeface="Calibri"/>
                <a:sym typeface="Calibri"/>
              </a:rPr>
              <a:t>It is used to alleviate the problem faced by Fixed Partitioning. </a:t>
            </a:r>
            <a:endParaRPr/>
          </a:p>
          <a:p>
            <a:pPr indent="-177800" lvl="0" marL="0" rtl="0" algn="l">
              <a:lnSpc>
                <a:spcPct val="100000"/>
              </a:lnSpc>
              <a:spcBef>
                <a:spcPts val="560"/>
              </a:spcBef>
              <a:spcAft>
                <a:spcPts val="0"/>
              </a:spcAft>
              <a:buClr>
                <a:schemeClr val="dk1"/>
              </a:buClr>
              <a:buSzPts val="2800"/>
              <a:buFont typeface="Calibri"/>
              <a:buChar char="•"/>
            </a:pPr>
            <a:r>
              <a:rPr b="0" i="0" lang="en-US" sz="2800" u="none">
                <a:solidFill>
                  <a:schemeClr val="dk1"/>
                </a:solidFill>
                <a:latin typeface="Calibri"/>
                <a:ea typeface="Calibri"/>
                <a:cs typeface="Calibri"/>
                <a:sym typeface="Calibri"/>
              </a:rPr>
              <a:t>In contrast with fixed partitioning, </a:t>
            </a:r>
            <a:r>
              <a:rPr b="0" i="0" lang="en-US" sz="2800" u="sng">
                <a:solidFill>
                  <a:schemeClr val="dk1"/>
                </a:solidFill>
                <a:latin typeface="Calibri"/>
                <a:ea typeface="Calibri"/>
                <a:cs typeface="Calibri"/>
                <a:sym typeface="Calibri"/>
              </a:rPr>
              <a:t>partitions are not made before the execution or during system configure.</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27"/>
          <p:cNvSpPr txBox="1"/>
          <p:nvPr>
            <p:ph type="title"/>
          </p:nvPr>
        </p:nvSpPr>
        <p:spPr>
          <a:xfrm>
            <a:off x="1108075" y="381000"/>
            <a:ext cx="6851650" cy="61595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Clr>
                <a:srgbClr val="006FBF"/>
              </a:buClr>
              <a:buSzPts val="4000"/>
              <a:buFont typeface="Cambria"/>
              <a:buNone/>
            </a:pPr>
            <a:r>
              <a:rPr b="0" i="0" lang="en-US" sz="4000" u="none">
                <a:solidFill>
                  <a:srgbClr val="006FBF"/>
                </a:solidFill>
                <a:latin typeface="Cambria"/>
                <a:ea typeface="Cambria"/>
                <a:cs typeface="Cambria"/>
                <a:sym typeface="Cambria"/>
              </a:rPr>
              <a:t>Variable Partitioning</a:t>
            </a:r>
            <a:endParaRPr/>
          </a:p>
        </p:txBody>
      </p:sp>
      <p:sp>
        <p:nvSpPr>
          <p:cNvPr id="173" name="Google Shape;173;p27"/>
          <p:cNvSpPr txBox="1"/>
          <p:nvPr>
            <p:ph idx="1" type="body"/>
          </p:nvPr>
        </p:nvSpPr>
        <p:spPr>
          <a:xfrm>
            <a:off x="838200" y="1752600"/>
            <a:ext cx="8077200" cy="4875212"/>
          </a:xfrm>
          <a:prstGeom prst="rect">
            <a:avLst/>
          </a:prstGeom>
          <a:noFill/>
          <a:ln>
            <a:noFill/>
          </a:ln>
        </p:spPr>
        <p:txBody>
          <a:bodyPr anchorCtr="0" anchor="t" bIns="0" lIns="0" spcFirstLastPara="1" rIns="0" wrap="square" tIns="0">
            <a:spAutoFit/>
          </a:bodyPr>
          <a:lstStyle/>
          <a:p>
            <a:pPr indent="0" lvl="0" marL="0" rtl="0" algn="just">
              <a:lnSpc>
                <a:spcPct val="100000"/>
              </a:lnSpc>
              <a:spcBef>
                <a:spcPts val="0"/>
              </a:spcBef>
              <a:spcAft>
                <a:spcPts val="0"/>
              </a:spcAft>
              <a:buClr>
                <a:schemeClr val="dk1"/>
              </a:buClr>
              <a:buSzPts val="2400"/>
              <a:buFont typeface="Calibri"/>
              <a:buNone/>
            </a:pPr>
            <a:r>
              <a:rPr b="0" i="0" lang="en-US" sz="2400" u="none">
                <a:solidFill>
                  <a:schemeClr val="dk1"/>
                </a:solidFill>
                <a:latin typeface="Calibri"/>
                <a:ea typeface="Calibri"/>
                <a:cs typeface="Calibri"/>
                <a:sym typeface="Calibri"/>
              </a:rPr>
              <a:t>Various </a:t>
            </a:r>
            <a:r>
              <a:rPr b="1" i="0" lang="en-US" sz="2400" u="none">
                <a:solidFill>
                  <a:schemeClr val="dk1"/>
                </a:solidFill>
                <a:latin typeface="Calibri"/>
                <a:ea typeface="Calibri"/>
                <a:cs typeface="Calibri"/>
                <a:sym typeface="Calibri"/>
              </a:rPr>
              <a:t>features</a:t>
            </a:r>
            <a:r>
              <a:rPr b="0" i="0" lang="en-US" sz="2400" u="none">
                <a:solidFill>
                  <a:schemeClr val="dk1"/>
                </a:solidFill>
                <a:latin typeface="Calibri"/>
                <a:ea typeface="Calibri"/>
                <a:cs typeface="Calibri"/>
                <a:sym typeface="Calibri"/>
              </a:rPr>
              <a:t> associated with variable Partitioning-</a:t>
            </a:r>
            <a:endParaRPr/>
          </a:p>
          <a:p>
            <a:pPr indent="0" lvl="0" marL="0" rtl="0" algn="just">
              <a:lnSpc>
                <a:spcPct val="100000"/>
              </a:lnSpc>
              <a:spcBef>
                <a:spcPts val="480"/>
              </a:spcBef>
              <a:spcAft>
                <a:spcPts val="0"/>
              </a:spcAft>
              <a:buClr>
                <a:schemeClr val="dk1"/>
              </a:buClr>
              <a:buSzPts val="2400"/>
              <a:buFont typeface="Calibri"/>
              <a:buNone/>
            </a:pPr>
            <a:r>
              <a:t/>
            </a:r>
            <a:endParaRPr b="0" i="0" sz="2400" u="none">
              <a:solidFill>
                <a:schemeClr val="dk1"/>
              </a:solidFill>
              <a:latin typeface="Calibri"/>
              <a:ea typeface="Calibri"/>
              <a:cs typeface="Calibri"/>
              <a:sym typeface="Calibri"/>
            </a:endParaRPr>
          </a:p>
          <a:p>
            <a:pPr indent="-152400" lvl="0" marL="0" rtl="0" algn="just">
              <a:lnSpc>
                <a:spcPct val="100000"/>
              </a:lnSpc>
              <a:spcBef>
                <a:spcPts val="480"/>
              </a:spcBef>
              <a:spcAft>
                <a:spcPts val="0"/>
              </a:spcAft>
              <a:buClr>
                <a:schemeClr val="dk1"/>
              </a:buClr>
              <a:buSzPts val="2400"/>
              <a:buFont typeface="Calibri"/>
              <a:buChar char="•"/>
            </a:pPr>
            <a:r>
              <a:rPr b="0" i="0" lang="en-US" sz="2400" u="none">
                <a:solidFill>
                  <a:schemeClr val="dk1"/>
                </a:solidFill>
                <a:latin typeface="Calibri"/>
                <a:ea typeface="Calibri"/>
                <a:cs typeface="Calibri"/>
                <a:sym typeface="Calibri"/>
              </a:rPr>
              <a:t>Initially RAM is empty and </a:t>
            </a:r>
            <a:r>
              <a:rPr b="0" i="0" lang="en-US" sz="2400" u="sng">
                <a:solidFill>
                  <a:schemeClr val="dk1"/>
                </a:solidFill>
                <a:latin typeface="Calibri"/>
                <a:ea typeface="Calibri"/>
                <a:cs typeface="Calibri"/>
                <a:sym typeface="Calibri"/>
              </a:rPr>
              <a:t>partitions are made during the run-time according to process’s need</a:t>
            </a:r>
            <a:r>
              <a:rPr b="0" i="0" lang="en-US" sz="2400" u="none">
                <a:solidFill>
                  <a:schemeClr val="dk1"/>
                </a:solidFill>
                <a:latin typeface="Calibri"/>
                <a:ea typeface="Calibri"/>
                <a:cs typeface="Calibri"/>
                <a:sym typeface="Calibri"/>
              </a:rPr>
              <a:t> instead of partitioning during system configure.</a:t>
            </a:r>
            <a:endParaRPr/>
          </a:p>
          <a:p>
            <a:pPr indent="-152400" lvl="0" marL="0" rtl="0" algn="just">
              <a:lnSpc>
                <a:spcPct val="100000"/>
              </a:lnSpc>
              <a:spcBef>
                <a:spcPts val="480"/>
              </a:spcBef>
              <a:spcAft>
                <a:spcPts val="0"/>
              </a:spcAft>
              <a:buClr>
                <a:schemeClr val="dk1"/>
              </a:buClr>
              <a:buSzPts val="2400"/>
              <a:buFont typeface="Calibri"/>
              <a:buChar char="•"/>
            </a:pPr>
            <a:r>
              <a:rPr b="0" i="0" lang="en-US" sz="2400" u="none">
                <a:solidFill>
                  <a:schemeClr val="dk1"/>
                </a:solidFill>
                <a:latin typeface="Calibri"/>
                <a:ea typeface="Calibri"/>
                <a:cs typeface="Calibri"/>
                <a:sym typeface="Calibri"/>
              </a:rPr>
              <a:t>The </a:t>
            </a:r>
            <a:r>
              <a:rPr b="0" i="0" lang="en-US" sz="2400" u="sng">
                <a:solidFill>
                  <a:schemeClr val="dk1"/>
                </a:solidFill>
                <a:latin typeface="Calibri"/>
                <a:ea typeface="Calibri"/>
                <a:cs typeface="Calibri"/>
                <a:sym typeface="Calibri"/>
              </a:rPr>
              <a:t>size of partition will be equal to incoming process</a:t>
            </a:r>
            <a:r>
              <a:rPr b="0" i="0" lang="en-US" sz="2400" u="none">
                <a:solidFill>
                  <a:schemeClr val="dk1"/>
                </a:solidFill>
                <a:latin typeface="Calibri"/>
                <a:ea typeface="Calibri"/>
                <a:cs typeface="Calibri"/>
                <a:sym typeface="Calibri"/>
              </a:rPr>
              <a:t>.</a:t>
            </a:r>
            <a:endParaRPr/>
          </a:p>
          <a:p>
            <a:pPr indent="-152400" lvl="0" marL="0" rtl="0" algn="just">
              <a:lnSpc>
                <a:spcPct val="100000"/>
              </a:lnSpc>
              <a:spcBef>
                <a:spcPts val="480"/>
              </a:spcBef>
              <a:spcAft>
                <a:spcPts val="0"/>
              </a:spcAft>
              <a:buClr>
                <a:schemeClr val="dk1"/>
              </a:buClr>
              <a:buSzPts val="2400"/>
              <a:buFont typeface="Calibri"/>
              <a:buChar char="•"/>
            </a:pPr>
            <a:r>
              <a:rPr b="0" i="0" lang="en-US" sz="2400" u="none">
                <a:solidFill>
                  <a:schemeClr val="dk1"/>
                </a:solidFill>
                <a:latin typeface="Calibri"/>
                <a:ea typeface="Calibri"/>
                <a:cs typeface="Calibri"/>
                <a:sym typeface="Calibri"/>
              </a:rPr>
              <a:t>The partition size varies according to the need of the process so that the </a:t>
            </a:r>
            <a:r>
              <a:rPr b="0" i="0" lang="en-US" sz="2400" u="sng">
                <a:solidFill>
                  <a:schemeClr val="dk1"/>
                </a:solidFill>
                <a:latin typeface="Calibri"/>
                <a:ea typeface="Calibri"/>
                <a:cs typeface="Calibri"/>
                <a:sym typeface="Calibri"/>
              </a:rPr>
              <a:t>internal fragmentation can be avoided </a:t>
            </a:r>
            <a:r>
              <a:rPr b="0" i="0" lang="en-US" sz="2400" u="none">
                <a:solidFill>
                  <a:schemeClr val="dk1"/>
                </a:solidFill>
                <a:latin typeface="Calibri"/>
                <a:ea typeface="Calibri"/>
                <a:cs typeface="Calibri"/>
                <a:sym typeface="Calibri"/>
              </a:rPr>
              <a:t>to ensure efficient utilization of RAM.</a:t>
            </a:r>
            <a:endParaRPr/>
          </a:p>
          <a:p>
            <a:pPr indent="-152400" lvl="0" marL="0" rtl="0" algn="just">
              <a:lnSpc>
                <a:spcPct val="100000"/>
              </a:lnSpc>
              <a:spcBef>
                <a:spcPts val="480"/>
              </a:spcBef>
              <a:spcAft>
                <a:spcPts val="0"/>
              </a:spcAft>
              <a:buClr>
                <a:schemeClr val="dk1"/>
              </a:buClr>
              <a:buSzPts val="2400"/>
              <a:buFont typeface="Calibri"/>
              <a:buChar char="•"/>
            </a:pPr>
            <a:r>
              <a:rPr b="0" i="0" lang="en-US" sz="2400" u="none">
                <a:solidFill>
                  <a:schemeClr val="dk1"/>
                </a:solidFill>
                <a:latin typeface="Calibri"/>
                <a:ea typeface="Calibri"/>
                <a:cs typeface="Calibri"/>
                <a:sym typeface="Calibri"/>
              </a:rPr>
              <a:t>Number of </a:t>
            </a:r>
            <a:r>
              <a:rPr b="0" i="0" lang="en-US" sz="2400" u="sng">
                <a:solidFill>
                  <a:schemeClr val="dk1"/>
                </a:solidFill>
                <a:latin typeface="Calibri"/>
                <a:ea typeface="Calibri"/>
                <a:cs typeface="Calibri"/>
                <a:sym typeface="Calibri"/>
              </a:rPr>
              <a:t>partitions in RAM is not fixed</a:t>
            </a:r>
            <a:r>
              <a:rPr b="0" i="0" lang="en-US" sz="2400" u="none">
                <a:solidFill>
                  <a:schemeClr val="dk1"/>
                </a:solidFill>
                <a:latin typeface="Calibri"/>
                <a:ea typeface="Calibri"/>
                <a:cs typeface="Calibri"/>
                <a:sym typeface="Calibri"/>
              </a:rPr>
              <a:t> and depends on the number of incoming process and Main Memory’s size.</a:t>
            </a:r>
            <a:endParaRPr/>
          </a:p>
          <a:p>
            <a:pPr indent="0" lvl="0" marL="0" rtl="0" algn="l">
              <a:spcBef>
                <a:spcPts val="480"/>
              </a:spcBef>
              <a:spcAft>
                <a:spcPts val="0"/>
              </a:spcAft>
              <a:buClr>
                <a:schemeClr val="dk1"/>
              </a:buClr>
              <a:buSzPts val="2400"/>
              <a:buFont typeface="Calibri"/>
              <a:buNone/>
            </a:pPr>
            <a:r>
              <a:t/>
            </a:r>
            <a:endParaRPr b="0" i="0" sz="2400" u="none">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28"/>
          <p:cNvSpPr txBox="1"/>
          <p:nvPr>
            <p:ph type="title"/>
          </p:nvPr>
        </p:nvSpPr>
        <p:spPr>
          <a:xfrm>
            <a:off x="1143000" y="304800"/>
            <a:ext cx="6851650" cy="554037"/>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Clr>
                <a:srgbClr val="006FBF"/>
              </a:buClr>
              <a:buSzPts val="3600"/>
              <a:buFont typeface="Cambria"/>
              <a:buNone/>
            </a:pPr>
            <a:r>
              <a:rPr b="0" i="0" lang="en-US" sz="3600" u="none">
                <a:solidFill>
                  <a:srgbClr val="006FBF"/>
                </a:solidFill>
                <a:latin typeface="Cambria"/>
                <a:ea typeface="Cambria"/>
                <a:cs typeface="Cambria"/>
                <a:sym typeface="Cambria"/>
              </a:rPr>
              <a:t>Variable Partitioning</a:t>
            </a:r>
            <a:endParaRPr/>
          </a:p>
        </p:txBody>
      </p:sp>
      <p:pic>
        <p:nvPicPr>
          <p:cNvPr id="179" name="Google Shape;179;p28"/>
          <p:cNvPicPr preferRelativeResize="0"/>
          <p:nvPr/>
        </p:nvPicPr>
        <p:blipFill rotWithShape="1">
          <a:blip r:embed="rId3">
            <a:alphaModFix/>
          </a:blip>
          <a:srcRect b="0" l="0" r="0" t="0"/>
          <a:stretch/>
        </p:blipFill>
        <p:spPr>
          <a:xfrm>
            <a:off x="2667000" y="1295400"/>
            <a:ext cx="3124200" cy="490537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29"/>
          <p:cNvSpPr txBox="1"/>
          <p:nvPr>
            <p:ph type="title"/>
          </p:nvPr>
        </p:nvSpPr>
        <p:spPr>
          <a:xfrm>
            <a:off x="1082675" y="381000"/>
            <a:ext cx="7540625" cy="554037"/>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Clr>
                <a:srgbClr val="006FBF"/>
              </a:buClr>
              <a:buSzPts val="3600"/>
              <a:buFont typeface="Cambria"/>
              <a:buNone/>
            </a:pPr>
            <a:r>
              <a:rPr b="1" i="0" lang="en-US" sz="3600" u="none">
                <a:solidFill>
                  <a:srgbClr val="006FBF"/>
                </a:solidFill>
                <a:latin typeface="Cambria"/>
                <a:ea typeface="Cambria"/>
                <a:cs typeface="Cambria"/>
                <a:sym typeface="Cambria"/>
              </a:rPr>
              <a:t>Advantages of Variable Partitioning </a:t>
            </a:r>
            <a:endParaRPr/>
          </a:p>
        </p:txBody>
      </p:sp>
      <p:sp>
        <p:nvSpPr>
          <p:cNvPr id="185" name="Google Shape;185;p29"/>
          <p:cNvSpPr txBox="1"/>
          <p:nvPr>
            <p:ph idx="1" type="body"/>
          </p:nvPr>
        </p:nvSpPr>
        <p:spPr>
          <a:xfrm>
            <a:off x="1046162" y="1600200"/>
            <a:ext cx="7883525" cy="4691062"/>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Clr>
                <a:schemeClr val="dk1"/>
              </a:buClr>
              <a:buSzPts val="2000"/>
              <a:buFont typeface="Calibri"/>
              <a:buNone/>
            </a:pPr>
            <a:r>
              <a:rPr b="1" i="0" lang="en-US" sz="2000" u="none">
                <a:solidFill>
                  <a:schemeClr val="dk1"/>
                </a:solidFill>
                <a:latin typeface="Calibri"/>
                <a:ea typeface="Calibri"/>
                <a:cs typeface="Calibri"/>
                <a:sym typeface="Calibri"/>
              </a:rPr>
              <a:t>1. No Internal Fragmentation:</a:t>
            </a:r>
            <a:br>
              <a:rPr b="0" i="0" lang="en-US" sz="2000" u="none">
                <a:solidFill>
                  <a:schemeClr val="dk1"/>
                </a:solidFill>
                <a:latin typeface="Calibri"/>
                <a:ea typeface="Calibri"/>
                <a:cs typeface="Calibri"/>
                <a:sym typeface="Calibri"/>
              </a:rPr>
            </a:br>
            <a:r>
              <a:rPr b="0" i="0" lang="en-US" sz="2000" u="none">
                <a:solidFill>
                  <a:schemeClr val="dk1"/>
                </a:solidFill>
                <a:latin typeface="Calibri"/>
                <a:ea typeface="Calibri"/>
                <a:cs typeface="Calibri"/>
                <a:sym typeface="Calibri"/>
              </a:rPr>
              <a:t>In variable Partitioning, </a:t>
            </a:r>
            <a:r>
              <a:rPr b="0" i="0" lang="en-US" sz="2000" u="sng">
                <a:solidFill>
                  <a:schemeClr val="dk1"/>
                </a:solidFill>
                <a:latin typeface="Calibri"/>
                <a:ea typeface="Calibri"/>
                <a:cs typeface="Calibri"/>
                <a:sym typeface="Calibri"/>
              </a:rPr>
              <a:t>space in main memory is allocated strictly according to the need of process, </a:t>
            </a:r>
            <a:r>
              <a:rPr b="0" i="0" lang="en-US" sz="2000" u="none">
                <a:solidFill>
                  <a:schemeClr val="dk1"/>
                </a:solidFill>
                <a:latin typeface="Calibri"/>
                <a:ea typeface="Calibri"/>
                <a:cs typeface="Calibri"/>
                <a:sym typeface="Calibri"/>
              </a:rPr>
              <a:t>hence there is no case of internal fragmentation. There will be no unused space left in the partition.</a:t>
            </a:r>
            <a:endParaRPr/>
          </a:p>
          <a:p>
            <a:pPr indent="0" lvl="0" marL="0" rtl="0" algn="l">
              <a:lnSpc>
                <a:spcPct val="100000"/>
              </a:lnSpc>
              <a:spcBef>
                <a:spcPts val="400"/>
              </a:spcBef>
              <a:spcAft>
                <a:spcPts val="0"/>
              </a:spcAft>
              <a:buClr>
                <a:schemeClr val="dk1"/>
              </a:buClr>
              <a:buSzPts val="2000"/>
              <a:buFont typeface="Calibri"/>
              <a:buNone/>
            </a:pPr>
            <a:r>
              <a:rPr b="1" i="0" lang="en-US" sz="2000" u="none">
                <a:solidFill>
                  <a:schemeClr val="dk1"/>
                </a:solidFill>
                <a:latin typeface="Calibri"/>
                <a:ea typeface="Calibri"/>
                <a:cs typeface="Calibri"/>
                <a:sym typeface="Calibri"/>
              </a:rPr>
              <a:t>2. No restriction on Degree of Multiprogramming:</a:t>
            </a:r>
            <a:br>
              <a:rPr b="0" i="0" lang="en-US" sz="2000" u="none">
                <a:solidFill>
                  <a:schemeClr val="dk1"/>
                </a:solidFill>
                <a:latin typeface="Calibri"/>
                <a:ea typeface="Calibri"/>
                <a:cs typeface="Calibri"/>
                <a:sym typeface="Calibri"/>
              </a:rPr>
            </a:br>
            <a:r>
              <a:rPr b="0" i="0" lang="en-US" sz="2000" u="none">
                <a:solidFill>
                  <a:schemeClr val="dk1"/>
                </a:solidFill>
                <a:latin typeface="Calibri"/>
                <a:ea typeface="Calibri"/>
                <a:cs typeface="Calibri"/>
                <a:sym typeface="Calibri"/>
              </a:rPr>
              <a:t>More number of processes can be accommodated due to absence of internal fragmentation. </a:t>
            </a:r>
            <a:r>
              <a:rPr b="0" i="0" lang="en-US" sz="2000" u="sng">
                <a:solidFill>
                  <a:schemeClr val="dk1"/>
                </a:solidFill>
                <a:latin typeface="Calibri"/>
                <a:ea typeface="Calibri"/>
                <a:cs typeface="Calibri"/>
                <a:sym typeface="Calibri"/>
              </a:rPr>
              <a:t>A process can be loaded until the memory is empty</a:t>
            </a:r>
            <a:r>
              <a:rPr b="0" i="0" lang="en-US" sz="2000" u="none">
                <a:solidFill>
                  <a:schemeClr val="dk1"/>
                </a:solidFill>
                <a:latin typeface="Calibri"/>
                <a:ea typeface="Calibri"/>
                <a:cs typeface="Calibri"/>
                <a:sym typeface="Calibri"/>
              </a:rPr>
              <a:t>.</a:t>
            </a:r>
            <a:endParaRPr/>
          </a:p>
          <a:p>
            <a:pPr indent="0" lvl="0" marL="0" rtl="0" algn="l">
              <a:lnSpc>
                <a:spcPct val="100000"/>
              </a:lnSpc>
              <a:spcBef>
                <a:spcPts val="400"/>
              </a:spcBef>
              <a:spcAft>
                <a:spcPts val="0"/>
              </a:spcAft>
              <a:buClr>
                <a:schemeClr val="dk1"/>
              </a:buClr>
              <a:buSzPts val="2000"/>
              <a:buFont typeface="Calibri"/>
              <a:buNone/>
            </a:pPr>
            <a:r>
              <a:rPr b="1" i="0" lang="en-US" sz="2000" u="none">
                <a:solidFill>
                  <a:schemeClr val="dk1"/>
                </a:solidFill>
                <a:latin typeface="Calibri"/>
                <a:ea typeface="Calibri"/>
                <a:cs typeface="Calibri"/>
                <a:sym typeface="Calibri"/>
              </a:rPr>
              <a:t>3. No Limitation on the size of the process:</a:t>
            </a:r>
            <a:br>
              <a:rPr b="0" i="0" lang="en-US" sz="2000" u="none">
                <a:solidFill>
                  <a:schemeClr val="dk1"/>
                </a:solidFill>
                <a:latin typeface="Calibri"/>
                <a:ea typeface="Calibri"/>
                <a:cs typeface="Calibri"/>
                <a:sym typeface="Calibri"/>
              </a:rPr>
            </a:br>
            <a:r>
              <a:rPr b="0" i="0" lang="en-US" sz="2000" u="none">
                <a:solidFill>
                  <a:schemeClr val="dk1"/>
                </a:solidFill>
                <a:latin typeface="Calibri"/>
                <a:ea typeface="Calibri"/>
                <a:cs typeface="Calibri"/>
                <a:sym typeface="Calibri"/>
              </a:rPr>
              <a:t>In Fixed partitioning, the process with the size greater than the size of the largest partition could not be loaded and process can not be divided as it is invalid in contiguous allocation technique. </a:t>
            </a:r>
            <a:endParaRPr/>
          </a:p>
          <a:p>
            <a:pPr indent="0" lvl="0" marL="0" rtl="0" algn="l">
              <a:lnSpc>
                <a:spcPct val="100000"/>
              </a:lnSpc>
              <a:spcBef>
                <a:spcPts val="400"/>
              </a:spcBef>
              <a:spcAft>
                <a:spcPts val="0"/>
              </a:spcAft>
              <a:buClr>
                <a:schemeClr val="dk1"/>
              </a:buClr>
              <a:buSzPts val="2000"/>
              <a:buFont typeface="Calibri"/>
              <a:buNone/>
            </a:pPr>
            <a:r>
              <a:rPr b="0" i="0" lang="en-US" sz="2000" u="none">
                <a:solidFill>
                  <a:schemeClr val="dk1"/>
                </a:solidFill>
                <a:latin typeface="Calibri"/>
                <a:ea typeface="Calibri"/>
                <a:cs typeface="Calibri"/>
                <a:sym typeface="Calibri"/>
              </a:rPr>
              <a:t>Here, In variable partitioning, the process size can’t be restricted since the </a:t>
            </a:r>
            <a:r>
              <a:rPr b="0" i="0" lang="en-US" sz="2000" u="sng">
                <a:solidFill>
                  <a:schemeClr val="dk1"/>
                </a:solidFill>
                <a:latin typeface="Calibri"/>
                <a:ea typeface="Calibri"/>
                <a:cs typeface="Calibri"/>
                <a:sym typeface="Calibri"/>
              </a:rPr>
              <a:t>partition size is decided according to the process size.</a:t>
            </a:r>
            <a:endParaRPr/>
          </a:p>
          <a:p>
            <a:pPr indent="0" lvl="0" marL="0" rtl="0" algn="l">
              <a:spcBef>
                <a:spcPts val="400"/>
              </a:spcBef>
              <a:spcAft>
                <a:spcPts val="0"/>
              </a:spcAft>
              <a:buClr>
                <a:schemeClr val="dk1"/>
              </a:buClr>
              <a:buSzPts val="2000"/>
              <a:buFont typeface="Calibri"/>
              <a:buNone/>
            </a:pPr>
            <a:r>
              <a:t/>
            </a:r>
            <a:endParaRPr b="0" i="0" sz="2000" u="sng">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30"/>
          <p:cNvSpPr txBox="1"/>
          <p:nvPr>
            <p:ph type="title"/>
          </p:nvPr>
        </p:nvSpPr>
        <p:spPr>
          <a:xfrm>
            <a:off x="1108075" y="304800"/>
            <a:ext cx="7731125" cy="492125"/>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Clr>
                <a:srgbClr val="006FBF"/>
              </a:buClr>
              <a:buSzPts val="3200"/>
              <a:buFont typeface="Cambria"/>
              <a:buNone/>
            </a:pPr>
            <a:r>
              <a:rPr b="1" i="0" lang="en-US" sz="3200" u="none">
                <a:solidFill>
                  <a:srgbClr val="006FBF"/>
                </a:solidFill>
                <a:latin typeface="Cambria"/>
                <a:ea typeface="Cambria"/>
                <a:cs typeface="Cambria"/>
                <a:sym typeface="Cambria"/>
              </a:rPr>
              <a:t>Disadvantages of Variable Partitioning </a:t>
            </a:r>
            <a:endParaRPr/>
          </a:p>
        </p:txBody>
      </p:sp>
      <p:sp>
        <p:nvSpPr>
          <p:cNvPr id="191" name="Google Shape;191;p30"/>
          <p:cNvSpPr txBox="1"/>
          <p:nvPr>
            <p:ph idx="1" type="body"/>
          </p:nvPr>
        </p:nvSpPr>
        <p:spPr>
          <a:xfrm>
            <a:off x="1031875" y="1828800"/>
            <a:ext cx="7883525" cy="3544887"/>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Clr>
                <a:schemeClr val="dk1"/>
              </a:buClr>
              <a:buSzPts val="2400"/>
              <a:buFont typeface="Calibri"/>
              <a:buNone/>
            </a:pPr>
            <a:r>
              <a:rPr b="1" i="0" lang="en-US" sz="2400" u="none">
                <a:solidFill>
                  <a:schemeClr val="dk1"/>
                </a:solidFill>
                <a:latin typeface="Calibri"/>
                <a:ea typeface="Calibri"/>
                <a:cs typeface="Calibri"/>
                <a:sym typeface="Calibri"/>
              </a:rPr>
              <a:t>1. Difficult Implementation:</a:t>
            </a:r>
            <a:br>
              <a:rPr b="0" i="0" lang="en-US" sz="2400" u="none">
                <a:solidFill>
                  <a:schemeClr val="dk1"/>
                </a:solidFill>
                <a:latin typeface="Calibri"/>
                <a:ea typeface="Calibri"/>
                <a:cs typeface="Calibri"/>
                <a:sym typeface="Calibri"/>
              </a:rPr>
            </a:br>
            <a:r>
              <a:rPr b="0" i="0" lang="en-US" sz="2400" u="sng">
                <a:solidFill>
                  <a:schemeClr val="dk1"/>
                </a:solidFill>
                <a:latin typeface="Calibri"/>
                <a:ea typeface="Calibri"/>
                <a:cs typeface="Calibri"/>
                <a:sym typeface="Calibri"/>
              </a:rPr>
              <a:t>Implementing variable Partitioning is difficult </a:t>
            </a:r>
            <a:r>
              <a:rPr b="0" i="0" lang="en-US" sz="2400" u="none">
                <a:solidFill>
                  <a:schemeClr val="dk1"/>
                </a:solidFill>
                <a:latin typeface="Calibri"/>
                <a:ea typeface="Calibri"/>
                <a:cs typeface="Calibri"/>
                <a:sym typeface="Calibri"/>
              </a:rPr>
              <a:t>as compared to Fixed Partitioning as it involves allocation of memory during run-time rather than during system configure.</a:t>
            </a:r>
            <a:endParaRPr/>
          </a:p>
          <a:p>
            <a:pPr indent="0" lvl="0" marL="0" rtl="0" algn="l">
              <a:lnSpc>
                <a:spcPct val="100000"/>
              </a:lnSpc>
              <a:spcBef>
                <a:spcPts val="480"/>
              </a:spcBef>
              <a:spcAft>
                <a:spcPts val="0"/>
              </a:spcAft>
              <a:buClr>
                <a:schemeClr val="dk1"/>
              </a:buClr>
              <a:buSzPts val="2400"/>
              <a:buFont typeface="Calibri"/>
              <a:buNone/>
            </a:pPr>
            <a:r>
              <a:t/>
            </a:r>
            <a:endParaRPr b="0" i="0" sz="2400" u="none">
              <a:solidFill>
                <a:schemeClr val="dk1"/>
              </a:solidFill>
              <a:latin typeface="Calibri"/>
              <a:ea typeface="Calibri"/>
              <a:cs typeface="Calibri"/>
              <a:sym typeface="Calibri"/>
            </a:endParaRPr>
          </a:p>
          <a:p>
            <a:pPr indent="0" lvl="0" marL="0" rtl="0" algn="l">
              <a:lnSpc>
                <a:spcPct val="100000"/>
              </a:lnSpc>
              <a:spcBef>
                <a:spcPts val="480"/>
              </a:spcBef>
              <a:spcAft>
                <a:spcPts val="0"/>
              </a:spcAft>
              <a:buClr>
                <a:schemeClr val="dk1"/>
              </a:buClr>
              <a:buSzPts val="2400"/>
              <a:buFont typeface="Calibri"/>
              <a:buNone/>
            </a:pPr>
            <a:r>
              <a:rPr b="1" i="0" lang="en-US" sz="2400" u="none">
                <a:solidFill>
                  <a:schemeClr val="dk1"/>
                </a:solidFill>
                <a:latin typeface="Calibri"/>
                <a:ea typeface="Calibri"/>
                <a:cs typeface="Calibri"/>
                <a:sym typeface="Calibri"/>
              </a:rPr>
              <a:t>2. External Fragmentation:</a:t>
            </a:r>
            <a:br>
              <a:rPr b="0" i="0" lang="en-US" sz="2400" u="none">
                <a:solidFill>
                  <a:schemeClr val="dk1"/>
                </a:solidFill>
                <a:latin typeface="Calibri"/>
                <a:ea typeface="Calibri"/>
                <a:cs typeface="Calibri"/>
                <a:sym typeface="Calibri"/>
              </a:rPr>
            </a:br>
            <a:r>
              <a:rPr b="0" i="0" lang="en-US" sz="2400" u="none">
                <a:solidFill>
                  <a:schemeClr val="dk1"/>
                </a:solidFill>
                <a:latin typeface="Calibri"/>
                <a:ea typeface="Calibri"/>
                <a:cs typeface="Calibri"/>
                <a:sym typeface="Calibri"/>
              </a:rPr>
              <a:t>There will be external fragmentation inspite of absence of internal fragmentation.</a:t>
            </a:r>
            <a:endParaRPr/>
          </a:p>
          <a:p>
            <a:pPr indent="0" lvl="0" marL="0" rtl="0" algn="l">
              <a:spcBef>
                <a:spcPts val="480"/>
              </a:spcBef>
              <a:spcAft>
                <a:spcPts val="0"/>
              </a:spcAft>
              <a:buClr>
                <a:schemeClr val="dk1"/>
              </a:buClr>
              <a:buSzPts val="2400"/>
              <a:buFont typeface="Calibri"/>
              <a:buNone/>
            </a:pPr>
            <a:r>
              <a:t/>
            </a:r>
            <a:endParaRPr b="0" i="0" sz="2400" u="none">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31"/>
          <p:cNvSpPr txBox="1"/>
          <p:nvPr>
            <p:ph type="title"/>
          </p:nvPr>
        </p:nvSpPr>
        <p:spPr>
          <a:xfrm>
            <a:off x="1143000" y="381000"/>
            <a:ext cx="7464425" cy="6858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Clr>
                <a:srgbClr val="006FBF"/>
              </a:buClr>
              <a:buSzPts val="3200"/>
              <a:buFont typeface="Cambria"/>
              <a:buNone/>
            </a:pPr>
            <a:r>
              <a:rPr b="1" i="0" lang="en-US" sz="3200" u="none">
                <a:solidFill>
                  <a:srgbClr val="006FBF"/>
                </a:solidFill>
                <a:latin typeface="Cambria"/>
                <a:ea typeface="Cambria"/>
                <a:cs typeface="Cambria"/>
                <a:sym typeface="Cambria"/>
              </a:rPr>
              <a:t>Disadvantages of Variable Partitioning </a:t>
            </a:r>
            <a:endParaRPr/>
          </a:p>
        </p:txBody>
      </p:sp>
      <p:sp>
        <p:nvSpPr>
          <p:cNvPr id="197" name="Google Shape;197;p31"/>
          <p:cNvSpPr txBox="1"/>
          <p:nvPr>
            <p:ph idx="1" type="body"/>
          </p:nvPr>
        </p:nvSpPr>
        <p:spPr>
          <a:xfrm>
            <a:off x="5181600" y="2286000"/>
            <a:ext cx="3429000" cy="1538287"/>
          </a:xfrm>
          <a:prstGeom prst="rect">
            <a:avLst/>
          </a:prstGeom>
          <a:noFill/>
          <a:ln>
            <a:noFill/>
          </a:ln>
        </p:spPr>
        <p:txBody>
          <a:bodyPr anchorCtr="0" anchor="t" bIns="0" lIns="0" spcFirstLastPara="1" rIns="0" wrap="square" tIns="0">
            <a:spAutoFit/>
          </a:bodyPr>
          <a:lstStyle/>
          <a:p>
            <a:pPr indent="0" lvl="0" marL="0" rtl="0" algn="just">
              <a:lnSpc>
                <a:spcPct val="100000"/>
              </a:lnSpc>
              <a:spcBef>
                <a:spcPts val="0"/>
              </a:spcBef>
              <a:spcAft>
                <a:spcPts val="0"/>
              </a:spcAft>
              <a:buClr>
                <a:schemeClr val="dk1"/>
              </a:buClr>
              <a:buSzPts val="2000"/>
              <a:buFont typeface="Calibri"/>
              <a:buNone/>
            </a:pPr>
            <a:r>
              <a:rPr b="0" i="0" lang="en-US" sz="2000" u="none">
                <a:solidFill>
                  <a:schemeClr val="dk1"/>
                </a:solidFill>
                <a:latin typeface="Calibri"/>
                <a:ea typeface="Calibri"/>
                <a:cs typeface="Calibri"/>
                <a:sym typeface="Calibri"/>
              </a:rPr>
              <a:t>Now </a:t>
            </a:r>
            <a:r>
              <a:rPr b="0" i="0" lang="en-US" sz="2000" u="sng">
                <a:solidFill>
                  <a:schemeClr val="dk1"/>
                </a:solidFill>
                <a:latin typeface="Calibri"/>
                <a:ea typeface="Calibri"/>
                <a:cs typeface="Calibri"/>
                <a:sym typeface="Calibri"/>
              </a:rPr>
              <a:t>P5 of size 3 MB </a:t>
            </a:r>
            <a:r>
              <a:rPr b="0" i="0" lang="en-US" sz="2000" u="none">
                <a:solidFill>
                  <a:schemeClr val="dk1"/>
                </a:solidFill>
                <a:latin typeface="Calibri"/>
                <a:ea typeface="Calibri"/>
                <a:cs typeface="Calibri"/>
                <a:sym typeface="Calibri"/>
              </a:rPr>
              <a:t>cannot be accommodated in spite of required available space because in contiguous no spanning is allowed.</a:t>
            </a:r>
            <a:endParaRPr/>
          </a:p>
        </p:txBody>
      </p:sp>
      <p:pic>
        <p:nvPicPr>
          <p:cNvPr id="198" name="Google Shape;198;p31"/>
          <p:cNvPicPr preferRelativeResize="0"/>
          <p:nvPr/>
        </p:nvPicPr>
        <p:blipFill rotWithShape="1">
          <a:blip r:embed="rId3">
            <a:alphaModFix/>
          </a:blip>
          <a:srcRect b="0" l="0" r="0" t="0"/>
          <a:stretch/>
        </p:blipFill>
        <p:spPr>
          <a:xfrm>
            <a:off x="1143000" y="1447800"/>
            <a:ext cx="3508375" cy="487680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32"/>
          <p:cNvSpPr txBox="1"/>
          <p:nvPr>
            <p:ph type="title"/>
          </p:nvPr>
        </p:nvSpPr>
        <p:spPr>
          <a:xfrm>
            <a:off x="1096962" y="381000"/>
            <a:ext cx="6851650" cy="61595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Clr>
                <a:srgbClr val="006FBF"/>
              </a:buClr>
              <a:buSzPts val="4000"/>
              <a:buFont typeface="Cambria"/>
              <a:buNone/>
            </a:pPr>
            <a:r>
              <a:rPr b="0" i="0" lang="en-US" sz="4000" u="none">
                <a:solidFill>
                  <a:srgbClr val="006FBF"/>
                </a:solidFill>
                <a:latin typeface="Cambria"/>
                <a:ea typeface="Cambria"/>
                <a:cs typeface="Cambria"/>
                <a:sym typeface="Cambria"/>
              </a:rPr>
              <a:t>Compaction</a:t>
            </a:r>
            <a:endParaRPr/>
          </a:p>
        </p:txBody>
      </p:sp>
      <p:sp>
        <p:nvSpPr>
          <p:cNvPr id="204" name="Google Shape;204;p32"/>
          <p:cNvSpPr txBox="1"/>
          <p:nvPr>
            <p:ph idx="1" type="body"/>
          </p:nvPr>
        </p:nvSpPr>
        <p:spPr>
          <a:xfrm>
            <a:off x="914400" y="1752600"/>
            <a:ext cx="8001000" cy="4395787"/>
          </a:xfrm>
          <a:prstGeom prst="rect">
            <a:avLst/>
          </a:prstGeom>
          <a:noFill/>
          <a:ln>
            <a:noFill/>
          </a:ln>
        </p:spPr>
        <p:txBody>
          <a:bodyPr anchorCtr="0" anchor="t" bIns="0" lIns="0" spcFirstLastPara="1" rIns="0" wrap="square" tIns="0">
            <a:spAutoFit/>
          </a:bodyPr>
          <a:lstStyle/>
          <a:p>
            <a:pPr indent="-177800" lvl="0" marL="0" rtl="0" algn="l">
              <a:lnSpc>
                <a:spcPct val="100000"/>
              </a:lnSpc>
              <a:spcBef>
                <a:spcPts val="0"/>
              </a:spcBef>
              <a:spcAft>
                <a:spcPts val="0"/>
              </a:spcAft>
              <a:buClr>
                <a:schemeClr val="dk1"/>
              </a:buClr>
              <a:buSzPts val="2800"/>
              <a:buFont typeface="Calibri"/>
              <a:buChar char="•"/>
            </a:pPr>
            <a:r>
              <a:rPr b="0" i="0" lang="en-US" sz="2800" u="none">
                <a:solidFill>
                  <a:schemeClr val="dk1"/>
                </a:solidFill>
                <a:latin typeface="Calibri"/>
                <a:ea typeface="Calibri"/>
                <a:cs typeface="Calibri"/>
                <a:sym typeface="Calibri"/>
              </a:rPr>
              <a:t>It is a method to overcome  external fragmentation</a:t>
            </a:r>
            <a:endParaRPr/>
          </a:p>
          <a:p>
            <a:pPr indent="-177800" lvl="0" marL="0" rtl="0" algn="l">
              <a:lnSpc>
                <a:spcPct val="100000"/>
              </a:lnSpc>
              <a:spcBef>
                <a:spcPts val="560"/>
              </a:spcBef>
              <a:spcAft>
                <a:spcPts val="0"/>
              </a:spcAft>
              <a:buClr>
                <a:schemeClr val="dk1"/>
              </a:buClr>
              <a:buSzPts val="2800"/>
              <a:buFont typeface="Calibri"/>
              <a:buChar char="•"/>
            </a:pPr>
            <a:r>
              <a:rPr b="0" i="0" lang="en-US" sz="2800" u="sng">
                <a:solidFill>
                  <a:schemeClr val="dk1"/>
                </a:solidFill>
                <a:latin typeface="Calibri"/>
                <a:ea typeface="Calibri"/>
                <a:cs typeface="Calibri"/>
                <a:sym typeface="Calibri"/>
              </a:rPr>
              <a:t>All free blocks are brought together to as one large block of free space</a:t>
            </a:r>
            <a:endParaRPr/>
          </a:p>
          <a:p>
            <a:pPr indent="-177800" lvl="0" marL="0" rtl="0" algn="l">
              <a:lnSpc>
                <a:spcPct val="100000"/>
              </a:lnSpc>
              <a:spcBef>
                <a:spcPts val="560"/>
              </a:spcBef>
              <a:spcAft>
                <a:spcPts val="0"/>
              </a:spcAft>
              <a:buClr>
                <a:schemeClr val="dk1"/>
              </a:buClr>
              <a:buSzPts val="2800"/>
              <a:buFont typeface="Calibri"/>
              <a:buChar char="•"/>
            </a:pPr>
            <a:r>
              <a:rPr b="0" i="0" lang="en-US" sz="2800" u="none">
                <a:solidFill>
                  <a:schemeClr val="dk1"/>
                </a:solidFill>
                <a:latin typeface="Calibri"/>
                <a:ea typeface="Calibri"/>
                <a:cs typeface="Calibri"/>
                <a:sym typeface="Calibri"/>
              </a:rPr>
              <a:t>It requires dynamic free allocation</a:t>
            </a:r>
            <a:endParaRPr/>
          </a:p>
          <a:p>
            <a:pPr indent="-177800" lvl="0" marL="0" rtl="0" algn="l">
              <a:lnSpc>
                <a:spcPct val="100000"/>
              </a:lnSpc>
              <a:spcBef>
                <a:spcPts val="560"/>
              </a:spcBef>
              <a:spcAft>
                <a:spcPts val="0"/>
              </a:spcAft>
              <a:buClr>
                <a:schemeClr val="dk1"/>
              </a:buClr>
              <a:buSzPts val="2800"/>
              <a:buFont typeface="Calibri"/>
              <a:buChar char="•"/>
            </a:pPr>
            <a:r>
              <a:rPr b="0" i="0" lang="en-US" sz="2800" u="sng">
                <a:solidFill>
                  <a:schemeClr val="dk1"/>
                </a:solidFill>
                <a:latin typeface="Calibri"/>
                <a:ea typeface="Calibri"/>
                <a:cs typeface="Calibri"/>
                <a:sym typeface="Calibri"/>
              </a:rPr>
              <a:t>It has cost </a:t>
            </a:r>
            <a:r>
              <a:rPr b="0" i="0" lang="en-US" sz="2800" u="none">
                <a:solidFill>
                  <a:schemeClr val="dk1"/>
                </a:solidFill>
                <a:latin typeface="Calibri"/>
                <a:ea typeface="Calibri"/>
                <a:cs typeface="Calibri"/>
                <a:sym typeface="Calibri"/>
              </a:rPr>
              <a:t>and selection of optimal compaction strategy is difficult</a:t>
            </a:r>
            <a:endParaRPr/>
          </a:p>
          <a:p>
            <a:pPr indent="-177800" lvl="0" marL="0" rtl="0" algn="l">
              <a:lnSpc>
                <a:spcPct val="100000"/>
              </a:lnSpc>
              <a:spcBef>
                <a:spcPts val="560"/>
              </a:spcBef>
              <a:spcAft>
                <a:spcPts val="0"/>
              </a:spcAft>
              <a:buClr>
                <a:schemeClr val="dk1"/>
              </a:buClr>
              <a:buSzPts val="2800"/>
              <a:buFont typeface="Calibri"/>
              <a:buChar char="•"/>
            </a:pPr>
            <a:r>
              <a:rPr b="0" i="0" lang="en-US" sz="2800" u="none">
                <a:solidFill>
                  <a:schemeClr val="dk1"/>
                </a:solidFill>
                <a:latin typeface="Calibri"/>
                <a:ea typeface="Calibri"/>
                <a:cs typeface="Calibri"/>
                <a:sym typeface="Calibri"/>
              </a:rPr>
              <a:t>One method for compaction is </a:t>
            </a:r>
            <a:r>
              <a:rPr b="0" i="0" lang="en-US" sz="2800" u="sng">
                <a:solidFill>
                  <a:schemeClr val="dk1"/>
                </a:solidFill>
                <a:latin typeface="Calibri"/>
                <a:ea typeface="Calibri"/>
                <a:cs typeface="Calibri"/>
                <a:sym typeface="Calibri"/>
              </a:rPr>
              <a:t>swapping</a:t>
            </a:r>
            <a:endParaRPr/>
          </a:p>
          <a:p>
            <a:pPr indent="0" lvl="0" marL="0" rtl="0" algn="l">
              <a:lnSpc>
                <a:spcPct val="100000"/>
              </a:lnSpc>
              <a:spcBef>
                <a:spcPts val="560"/>
              </a:spcBef>
              <a:spcAft>
                <a:spcPts val="0"/>
              </a:spcAft>
              <a:buClr>
                <a:schemeClr val="dk1"/>
              </a:buClr>
              <a:buSzPts val="2800"/>
              <a:buFont typeface="Calibri"/>
              <a:buNone/>
            </a:pPr>
            <a:r>
              <a:t/>
            </a:r>
            <a:endParaRPr b="0" i="0" sz="2800" u="none">
              <a:solidFill>
                <a:schemeClr val="dk1"/>
              </a:solidFill>
              <a:latin typeface="Calibri"/>
              <a:ea typeface="Calibri"/>
              <a:cs typeface="Calibri"/>
              <a:sym typeface="Calibri"/>
            </a:endParaRPr>
          </a:p>
          <a:p>
            <a:pPr indent="0" lvl="0" marL="0" rtl="0" algn="l">
              <a:spcBef>
                <a:spcPts val="560"/>
              </a:spcBef>
              <a:spcAft>
                <a:spcPts val="0"/>
              </a:spcAft>
              <a:buClr>
                <a:schemeClr val="dk1"/>
              </a:buClr>
              <a:buSzPts val="2800"/>
              <a:buFont typeface="Calibri"/>
              <a:buNone/>
            </a:pPr>
            <a:r>
              <a:t/>
            </a:r>
            <a:endParaRPr b="0" i="0" sz="2800" u="none">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33"/>
          <p:cNvSpPr txBox="1"/>
          <p:nvPr>
            <p:ph type="title"/>
          </p:nvPr>
        </p:nvSpPr>
        <p:spPr>
          <a:xfrm>
            <a:off x="954087" y="331787"/>
            <a:ext cx="6851650" cy="61595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Clr>
                <a:srgbClr val="006FBF"/>
              </a:buClr>
              <a:buSzPts val="4000"/>
              <a:buFont typeface="Cambria"/>
              <a:buNone/>
            </a:pPr>
            <a:r>
              <a:rPr b="0" i="0" lang="en-US" sz="4000" u="none">
                <a:solidFill>
                  <a:srgbClr val="006FBF"/>
                </a:solidFill>
                <a:latin typeface="Cambria"/>
                <a:ea typeface="Cambria"/>
                <a:cs typeface="Cambria"/>
                <a:sym typeface="Cambria"/>
              </a:rPr>
              <a:t>Compaction</a:t>
            </a:r>
            <a:endParaRPr/>
          </a:p>
        </p:txBody>
      </p:sp>
      <p:pic>
        <p:nvPicPr>
          <p:cNvPr id="210" name="Google Shape;210;p33"/>
          <p:cNvPicPr preferRelativeResize="0"/>
          <p:nvPr/>
        </p:nvPicPr>
        <p:blipFill rotWithShape="1">
          <a:blip r:embed="rId3">
            <a:alphaModFix/>
          </a:blip>
          <a:srcRect b="0" l="0" r="0" t="0"/>
          <a:stretch/>
        </p:blipFill>
        <p:spPr>
          <a:xfrm>
            <a:off x="1447800" y="2590800"/>
            <a:ext cx="7385050" cy="213360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34"/>
          <p:cNvSpPr txBox="1"/>
          <p:nvPr>
            <p:ph type="title"/>
          </p:nvPr>
        </p:nvSpPr>
        <p:spPr>
          <a:xfrm>
            <a:off x="1146175" y="-80962"/>
            <a:ext cx="7769225" cy="1292225"/>
          </a:xfrm>
          <a:prstGeom prst="rect">
            <a:avLst/>
          </a:prstGeom>
          <a:noFill/>
          <a:ln>
            <a:noFill/>
          </a:ln>
        </p:spPr>
        <p:txBody>
          <a:bodyPr anchorCtr="0" anchor="t" bIns="0" lIns="0" spcFirstLastPara="1" rIns="0" wrap="square" tIns="0">
            <a:spAutoFit/>
          </a:bodyPr>
          <a:lstStyle/>
          <a:p>
            <a:pPr indent="0" lvl="0" marL="0" rtl="0" algn="just">
              <a:lnSpc>
                <a:spcPct val="100000"/>
              </a:lnSpc>
              <a:spcBef>
                <a:spcPts val="0"/>
              </a:spcBef>
              <a:spcAft>
                <a:spcPts val="0"/>
              </a:spcAft>
              <a:buClr>
                <a:srgbClr val="006FBF"/>
              </a:buClr>
              <a:buSzPts val="2800"/>
              <a:buFont typeface="Cambria"/>
              <a:buNone/>
            </a:pPr>
            <a:r>
              <a:rPr b="0" i="0" lang="en-US" sz="2800" u="none">
                <a:solidFill>
                  <a:srgbClr val="006FBF"/>
                </a:solidFill>
                <a:latin typeface="Cambria"/>
                <a:ea typeface="Cambria"/>
                <a:cs typeface="Cambria"/>
                <a:sym typeface="Cambria"/>
              </a:rPr>
              <a:t>How fragmentation can cause waste of memory and a compaction technique can be used to create more free memory out of fragmented memory</a:t>
            </a:r>
            <a:endParaRPr/>
          </a:p>
        </p:txBody>
      </p:sp>
      <p:pic>
        <p:nvPicPr>
          <p:cNvPr id="216" name="Google Shape;216;p34"/>
          <p:cNvPicPr preferRelativeResize="0"/>
          <p:nvPr/>
        </p:nvPicPr>
        <p:blipFill rotWithShape="1">
          <a:blip r:embed="rId3">
            <a:alphaModFix/>
          </a:blip>
          <a:srcRect b="0" l="0" r="0" t="0"/>
          <a:stretch/>
        </p:blipFill>
        <p:spPr>
          <a:xfrm>
            <a:off x="1295400" y="1981200"/>
            <a:ext cx="7620000" cy="400685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35"/>
          <p:cNvSpPr txBox="1"/>
          <p:nvPr>
            <p:ph type="title"/>
          </p:nvPr>
        </p:nvSpPr>
        <p:spPr>
          <a:xfrm>
            <a:off x="954087" y="217487"/>
            <a:ext cx="6589712" cy="1231900"/>
          </a:xfrm>
          <a:prstGeom prst="rect">
            <a:avLst/>
          </a:prstGeom>
          <a:noFill/>
          <a:ln>
            <a:noFill/>
          </a:ln>
        </p:spPr>
        <p:txBody>
          <a:bodyPr anchorCtr="0" anchor="t" bIns="0" lIns="0" spcFirstLastPara="1" rIns="0" wrap="square" tIns="0">
            <a:spAutoFit/>
          </a:bodyPr>
          <a:lstStyle/>
          <a:p>
            <a:pPr indent="0" lvl="0" marL="0" rtl="0" algn="ctr">
              <a:lnSpc>
                <a:spcPct val="100000"/>
              </a:lnSpc>
              <a:spcBef>
                <a:spcPts val="0"/>
              </a:spcBef>
              <a:spcAft>
                <a:spcPts val="0"/>
              </a:spcAft>
              <a:buClr>
                <a:srgbClr val="006FBF"/>
              </a:buClr>
              <a:buSzPts val="4000"/>
              <a:buFont typeface="Cambria"/>
              <a:buNone/>
            </a:pPr>
            <a:r>
              <a:rPr b="1" i="0" lang="en-US" sz="4000" u="none">
                <a:solidFill>
                  <a:srgbClr val="006FBF"/>
                </a:solidFill>
                <a:latin typeface="Cambria"/>
                <a:ea typeface="Cambria"/>
                <a:cs typeface="Cambria"/>
                <a:sym typeface="Cambria"/>
              </a:rPr>
              <a:t>What is Swapping?</a:t>
            </a:r>
            <a:br>
              <a:rPr b="1" i="0" lang="en-US" sz="4000" u="none">
                <a:solidFill>
                  <a:srgbClr val="006FBF"/>
                </a:solidFill>
                <a:latin typeface="Cambria"/>
                <a:ea typeface="Cambria"/>
                <a:cs typeface="Cambria"/>
                <a:sym typeface="Cambria"/>
              </a:rPr>
            </a:br>
            <a:endParaRPr/>
          </a:p>
        </p:txBody>
      </p:sp>
      <p:sp>
        <p:nvSpPr>
          <p:cNvPr id="222" name="Google Shape;222;p35"/>
          <p:cNvSpPr txBox="1"/>
          <p:nvPr>
            <p:ph idx="1" type="body"/>
          </p:nvPr>
        </p:nvSpPr>
        <p:spPr>
          <a:xfrm>
            <a:off x="1108075" y="1633537"/>
            <a:ext cx="7578725" cy="5514975"/>
          </a:xfrm>
          <a:prstGeom prst="rect">
            <a:avLst/>
          </a:prstGeom>
          <a:noFill/>
          <a:ln>
            <a:noFill/>
          </a:ln>
        </p:spPr>
        <p:txBody>
          <a:bodyPr anchorCtr="0" anchor="t" bIns="0" lIns="0" spcFirstLastPara="1" rIns="0" wrap="square" tIns="0">
            <a:spAutoFit/>
          </a:bodyPr>
          <a:lstStyle/>
          <a:p>
            <a:pPr indent="-177800" lvl="0" marL="0" marR="0" rtl="0" algn="just">
              <a:lnSpc>
                <a:spcPct val="100000"/>
              </a:lnSpc>
              <a:spcBef>
                <a:spcPts val="0"/>
              </a:spcBef>
              <a:spcAft>
                <a:spcPts val="0"/>
              </a:spcAft>
              <a:buClr>
                <a:schemeClr val="dk1"/>
              </a:buClr>
              <a:buSzPts val="2800"/>
              <a:buFont typeface="Calibri"/>
              <a:buChar char="•"/>
            </a:pPr>
            <a:r>
              <a:rPr b="0" i="0" lang="en-US" sz="2800" u="none" cap="none" strike="noStrike">
                <a:solidFill>
                  <a:schemeClr val="dk1"/>
                </a:solidFill>
                <a:latin typeface="Calibri"/>
                <a:ea typeface="Calibri"/>
                <a:cs typeface="Calibri"/>
                <a:sym typeface="Calibri"/>
              </a:rPr>
              <a:t>Swapping is a method in which the process should be </a:t>
            </a:r>
            <a:r>
              <a:rPr b="0" i="0" lang="en-US" sz="2800" u="sng" cap="none" strike="noStrike">
                <a:solidFill>
                  <a:schemeClr val="dk1"/>
                </a:solidFill>
                <a:latin typeface="Calibri"/>
                <a:ea typeface="Calibri"/>
                <a:cs typeface="Calibri"/>
                <a:sym typeface="Calibri"/>
              </a:rPr>
              <a:t>swapped temporarily from the main memory to the backing store</a:t>
            </a:r>
            <a:r>
              <a:rPr b="0" i="0" lang="en-US" sz="2800" u="none" cap="none" strike="noStrike">
                <a:solidFill>
                  <a:schemeClr val="dk1"/>
                </a:solidFill>
                <a:latin typeface="Calibri"/>
                <a:ea typeface="Calibri"/>
                <a:cs typeface="Calibri"/>
                <a:sym typeface="Calibri"/>
              </a:rPr>
              <a:t>. </a:t>
            </a:r>
            <a:endParaRPr/>
          </a:p>
          <a:p>
            <a:pPr indent="-177800" lvl="0" marL="0" marR="0" rtl="0" algn="just">
              <a:lnSpc>
                <a:spcPct val="100000"/>
              </a:lnSpc>
              <a:spcBef>
                <a:spcPts val="560"/>
              </a:spcBef>
              <a:spcAft>
                <a:spcPts val="0"/>
              </a:spcAft>
              <a:buClr>
                <a:schemeClr val="dk1"/>
              </a:buClr>
              <a:buSzPts val="2800"/>
              <a:buFont typeface="Calibri"/>
              <a:buChar char="•"/>
            </a:pPr>
            <a:r>
              <a:rPr b="0" i="0" lang="en-US" sz="2800" u="none" cap="none" strike="noStrike">
                <a:solidFill>
                  <a:schemeClr val="dk1"/>
                </a:solidFill>
                <a:latin typeface="Calibri"/>
                <a:ea typeface="Calibri"/>
                <a:cs typeface="Calibri"/>
                <a:sym typeface="Calibri"/>
              </a:rPr>
              <a:t>It will be later brought back into the memory for continue execution.</a:t>
            </a:r>
            <a:endParaRPr/>
          </a:p>
          <a:p>
            <a:pPr indent="-177800" lvl="0" marL="0" marR="0" rtl="0" algn="just">
              <a:lnSpc>
                <a:spcPct val="100000"/>
              </a:lnSpc>
              <a:spcBef>
                <a:spcPts val="560"/>
              </a:spcBef>
              <a:spcAft>
                <a:spcPts val="0"/>
              </a:spcAft>
              <a:buClr>
                <a:schemeClr val="dk1"/>
              </a:buClr>
              <a:buSzPts val="2800"/>
              <a:buFont typeface="Calibri"/>
              <a:buChar char="•"/>
            </a:pPr>
            <a:r>
              <a:rPr b="0" i="0" lang="en-US" sz="2800" u="none" cap="none" strike="noStrike">
                <a:solidFill>
                  <a:schemeClr val="dk1"/>
                </a:solidFill>
                <a:latin typeface="Calibri"/>
                <a:ea typeface="Calibri"/>
                <a:cs typeface="Calibri"/>
                <a:sym typeface="Calibri"/>
              </a:rPr>
              <a:t>Backing store is a hard disk or some other secondary storage device that should be big enough inorder to accommodate copies of all memory images for all users. </a:t>
            </a:r>
            <a:endParaRPr/>
          </a:p>
          <a:p>
            <a:pPr indent="-177800" lvl="0" marL="0" marR="0" rtl="0" algn="just">
              <a:lnSpc>
                <a:spcPct val="100000"/>
              </a:lnSpc>
              <a:spcBef>
                <a:spcPts val="560"/>
              </a:spcBef>
              <a:spcAft>
                <a:spcPts val="0"/>
              </a:spcAft>
              <a:buClr>
                <a:schemeClr val="dk1"/>
              </a:buClr>
              <a:buSzPts val="2800"/>
              <a:buFont typeface="Calibri"/>
              <a:buChar char="•"/>
            </a:pPr>
            <a:r>
              <a:rPr b="0" i="0" lang="en-US" sz="2800" u="none" cap="none" strike="noStrike">
                <a:solidFill>
                  <a:schemeClr val="dk1"/>
                </a:solidFill>
                <a:latin typeface="Calibri"/>
                <a:ea typeface="Calibri"/>
                <a:cs typeface="Calibri"/>
                <a:sym typeface="Calibri"/>
              </a:rPr>
              <a:t>It is also capable of offering direct access to these memory images.</a:t>
            </a:r>
            <a:endParaRPr/>
          </a:p>
          <a:p>
            <a:pPr indent="0" lvl="0" marL="0" marR="0" rtl="0" algn="l">
              <a:spcBef>
                <a:spcPts val="560"/>
              </a:spcBef>
              <a:spcAft>
                <a:spcPts val="0"/>
              </a:spcAft>
              <a:buClr>
                <a:schemeClr val="dk1"/>
              </a:buClr>
              <a:buSzPts val="2800"/>
              <a:buFont typeface="Calibri"/>
              <a:buNone/>
            </a:pPr>
            <a:r>
              <a:t/>
            </a:r>
            <a:endParaRPr b="0" i="0" sz="2800" u="none">
              <a:solidFill>
                <a:schemeClr val="dk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36"/>
          <p:cNvSpPr txBox="1"/>
          <p:nvPr>
            <p:ph type="title"/>
          </p:nvPr>
        </p:nvSpPr>
        <p:spPr>
          <a:xfrm>
            <a:off x="1143000" y="304800"/>
            <a:ext cx="6851650" cy="554037"/>
          </a:xfrm>
          <a:prstGeom prst="rect">
            <a:avLst/>
          </a:prstGeom>
          <a:noFill/>
          <a:ln>
            <a:noFill/>
          </a:ln>
        </p:spPr>
        <p:txBody>
          <a:bodyPr anchorCtr="0" anchor="t" bIns="0" lIns="0" spcFirstLastPara="1" rIns="0" wrap="square" tIns="0">
            <a:spAutoFit/>
          </a:bodyPr>
          <a:lstStyle/>
          <a:p>
            <a:pPr indent="0" lvl="0" marL="0" rtl="0" algn="ctr">
              <a:lnSpc>
                <a:spcPct val="100000"/>
              </a:lnSpc>
              <a:spcBef>
                <a:spcPts val="0"/>
              </a:spcBef>
              <a:spcAft>
                <a:spcPts val="0"/>
              </a:spcAft>
              <a:buClr>
                <a:srgbClr val="006FBF"/>
              </a:buClr>
              <a:buSzPts val="3600"/>
              <a:buFont typeface="Cambria"/>
              <a:buNone/>
            </a:pPr>
            <a:r>
              <a:rPr b="1" i="0" lang="en-US" sz="3600" u="none">
                <a:solidFill>
                  <a:srgbClr val="006FBF"/>
                </a:solidFill>
                <a:latin typeface="Cambria"/>
                <a:ea typeface="Cambria"/>
                <a:cs typeface="Cambria"/>
                <a:sym typeface="Cambria"/>
              </a:rPr>
              <a:t>What is Swapping?</a:t>
            </a:r>
            <a:endParaRPr/>
          </a:p>
        </p:txBody>
      </p:sp>
      <p:pic>
        <p:nvPicPr>
          <p:cNvPr id="228" name="Google Shape;228;p36"/>
          <p:cNvPicPr preferRelativeResize="0"/>
          <p:nvPr/>
        </p:nvPicPr>
        <p:blipFill rotWithShape="1">
          <a:blip r:embed="rId3">
            <a:alphaModFix/>
          </a:blip>
          <a:srcRect b="0" l="0" r="0" t="0"/>
          <a:stretch/>
        </p:blipFill>
        <p:spPr>
          <a:xfrm>
            <a:off x="1600200" y="1600200"/>
            <a:ext cx="6254750" cy="495300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37"/>
          <p:cNvSpPr txBox="1"/>
          <p:nvPr>
            <p:ph type="title"/>
          </p:nvPr>
        </p:nvSpPr>
        <p:spPr>
          <a:xfrm>
            <a:off x="1069975" y="304800"/>
            <a:ext cx="6851650" cy="995362"/>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Clr>
                <a:srgbClr val="006FBF"/>
              </a:buClr>
              <a:buSzPts val="4000"/>
              <a:buFont typeface="Cambria"/>
              <a:buNone/>
            </a:pPr>
            <a:r>
              <a:rPr b="1" i="0" lang="en-US" sz="4000" u="none">
                <a:solidFill>
                  <a:srgbClr val="006FBF"/>
                </a:solidFill>
                <a:latin typeface="Cambria"/>
                <a:ea typeface="Cambria"/>
                <a:cs typeface="Cambria"/>
                <a:sym typeface="Cambria"/>
              </a:rPr>
              <a:t>Benefits of Swapping</a:t>
            </a:r>
            <a:br>
              <a:rPr b="1" i="0" lang="en-US" sz="4000" u="none">
                <a:solidFill>
                  <a:srgbClr val="006FBF"/>
                </a:solidFill>
                <a:latin typeface="Cambria"/>
                <a:ea typeface="Cambria"/>
                <a:cs typeface="Cambria"/>
                <a:sym typeface="Cambria"/>
              </a:rPr>
            </a:br>
            <a:endParaRPr/>
          </a:p>
        </p:txBody>
      </p:sp>
      <p:sp>
        <p:nvSpPr>
          <p:cNvPr id="234" name="Google Shape;234;p37"/>
          <p:cNvSpPr txBox="1"/>
          <p:nvPr>
            <p:ph idx="1" type="body"/>
          </p:nvPr>
        </p:nvSpPr>
        <p:spPr>
          <a:xfrm>
            <a:off x="1020762" y="1676400"/>
            <a:ext cx="8123237" cy="3792537"/>
          </a:xfrm>
          <a:prstGeom prst="rect">
            <a:avLst/>
          </a:prstGeom>
          <a:noFill/>
          <a:ln>
            <a:noFill/>
          </a:ln>
        </p:spPr>
        <p:txBody>
          <a:bodyPr anchorCtr="0" anchor="t" bIns="0" lIns="0" spcFirstLastPara="1" rIns="0" wrap="square" tIns="0">
            <a:spAutoFit/>
          </a:bodyPr>
          <a:lstStyle/>
          <a:p>
            <a:pPr indent="-177800" lvl="0" marL="0" marR="0" rtl="0" algn="just">
              <a:lnSpc>
                <a:spcPct val="100000"/>
              </a:lnSpc>
              <a:spcBef>
                <a:spcPts val="0"/>
              </a:spcBef>
              <a:spcAft>
                <a:spcPts val="0"/>
              </a:spcAft>
              <a:buClr>
                <a:schemeClr val="dk1"/>
              </a:buClr>
              <a:buSzPts val="2800"/>
              <a:buFont typeface="Calibri"/>
              <a:buChar char="•"/>
            </a:pPr>
            <a:r>
              <a:rPr b="0" i="0" lang="en-US" sz="2800" u="none">
                <a:solidFill>
                  <a:schemeClr val="dk1"/>
                </a:solidFill>
                <a:latin typeface="Calibri"/>
                <a:ea typeface="Calibri"/>
                <a:cs typeface="Calibri"/>
                <a:sym typeface="Calibri"/>
              </a:rPr>
              <a:t>It offers a </a:t>
            </a:r>
            <a:r>
              <a:rPr b="0" i="0" lang="en-US" sz="2800" u="sng">
                <a:solidFill>
                  <a:schemeClr val="dk1"/>
                </a:solidFill>
                <a:latin typeface="Calibri"/>
                <a:ea typeface="Calibri"/>
                <a:cs typeface="Calibri"/>
                <a:sym typeface="Calibri"/>
              </a:rPr>
              <a:t>higher degree of multiprogramming</a:t>
            </a:r>
            <a:r>
              <a:rPr b="0" i="0" lang="en-US" sz="2800" u="none">
                <a:solidFill>
                  <a:schemeClr val="dk1"/>
                </a:solidFill>
                <a:latin typeface="Calibri"/>
                <a:ea typeface="Calibri"/>
                <a:cs typeface="Calibri"/>
                <a:sym typeface="Calibri"/>
              </a:rPr>
              <a:t>.</a:t>
            </a:r>
            <a:endParaRPr/>
          </a:p>
          <a:p>
            <a:pPr indent="-177800" lvl="0" marL="0" marR="0" rtl="0" algn="just">
              <a:lnSpc>
                <a:spcPct val="100000"/>
              </a:lnSpc>
              <a:spcBef>
                <a:spcPts val="560"/>
              </a:spcBef>
              <a:spcAft>
                <a:spcPts val="0"/>
              </a:spcAft>
              <a:buClr>
                <a:schemeClr val="dk1"/>
              </a:buClr>
              <a:buSzPts val="2800"/>
              <a:buFont typeface="Calibri"/>
              <a:buChar char="•"/>
            </a:pPr>
            <a:r>
              <a:rPr b="0" i="0" lang="en-US" sz="2800" u="none">
                <a:solidFill>
                  <a:schemeClr val="dk1"/>
                </a:solidFill>
                <a:latin typeface="Calibri"/>
                <a:ea typeface="Calibri"/>
                <a:cs typeface="Calibri"/>
                <a:sym typeface="Calibri"/>
              </a:rPr>
              <a:t>Allows dynamic relocation. Processes can be swap in different locations. </a:t>
            </a:r>
            <a:endParaRPr/>
          </a:p>
          <a:p>
            <a:pPr indent="-177800" lvl="0" marL="0" marR="0" rtl="0" algn="just">
              <a:lnSpc>
                <a:spcPct val="100000"/>
              </a:lnSpc>
              <a:spcBef>
                <a:spcPts val="560"/>
              </a:spcBef>
              <a:spcAft>
                <a:spcPts val="0"/>
              </a:spcAft>
              <a:buClr>
                <a:schemeClr val="dk1"/>
              </a:buClr>
              <a:buSzPts val="2800"/>
              <a:buFont typeface="Calibri"/>
              <a:buChar char="•"/>
            </a:pPr>
            <a:r>
              <a:rPr b="0" i="0" lang="en-US" sz="2800" u="none">
                <a:solidFill>
                  <a:schemeClr val="dk1"/>
                </a:solidFill>
                <a:latin typeface="Calibri"/>
                <a:ea typeface="Calibri"/>
                <a:cs typeface="Calibri"/>
                <a:sym typeface="Calibri"/>
              </a:rPr>
              <a:t>It helps to get </a:t>
            </a:r>
            <a:r>
              <a:rPr b="0" i="0" lang="en-US" sz="2800" u="sng">
                <a:solidFill>
                  <a:schemeClr val="dk1"/>
                </a:solidFill>
                <a:latin typeface="Calibri"/>
                <a:ea typeface="Calibri"/>
                <a:cs typeface="Calibri"/>
                <a:sym typeface="Calibri"/>
              </a:rPr>
              <a:t>better utilization of memory</a:t>
            </a:r>
            <a:r>
              <a:rPr b="0" i="0" lang="en-US" sz="2800" u="none">
                <a:solidFill>
                  <a:schemeClr val="dk1"/>
                </a:solidFill>
                <a:latin typeface="Calibri"/>
                <a:ea typeface="Calibri"/>
                <a:cs typeface="Calibri"/>
                <a:sym typeface="Calibri"/>
              </a:rPr>
              <a:t>.</a:t>
            </a:r>
            <a:endParaRPr/>
          </a:p>
          <a:p>
            <a:pPr indent="-177800" lvl="0" marL="0" marR="0" rtl="0" algn="just">
              <a:lnSpc>
                <a:spcPct val="100000"/>
              </a:lnSpc>
              <a:spcBef>
                <a:spcPts val="560"/>
              </a:spcBef>
              <a:spcAft>
                <a:spcPts val="0"/>
              </a:spcAft>
              <a:buClr>
                <a:schemeClr val="dk1"/>
              </a:buClr>
              <a:buSzPts val="2800"/>
              <a:buFont typeface="Calibri"/>
              <a:buChar char="•"/>
            </a:pPr>
            <a:r>
              <a:rPr b="0" i="0" lang="en-US" sz="2800" u="sng">
                <a:solidFill>
                  <a:schemeClr val="dk1"/>
                </a:solidFill>
                <a:latin typeface="Calibri"/>
                <a:ea typeface="Calibri"/>
                <a:cs typeface="Calibri"/>
                <a:sym typeface="Calibri"/>
              </a:rPr>
              <a:t>Minimum wastage of CPU time </a:t>
            </a:r>
            <a:r>
              <a:rPr b="0" i="0" lang="en-US" sz="2800" u="none">
                <a:solidFill>
                  <a:schemeClr val="dk1"/>
                </a:solidFill>
                <a:latin typeface="Calibri"/>
                <a:ea typeface="Calibri"/>
                <a:cs typeface="Calibri"/>
                <a:sym typeface="Calibri"/>
              </a:rPr>
              <a:t>on completion so it can easily be applied to a priority-based scheduling method to improve its performance.</a:t>
            </a:r>
            <a:endParaRPr/>
          </a:p>
          <a:p>
            <a:pPr indent="0" lvl="0" marL="0" marR="0" rtl="0" algn="l">
              <a:spcBef>
                <a:spcPts val="560"/>
              </a:spcBef>
              <a:spcAft>
                <a:spcPts val="0"/>
              </a:spcAft>
              <a:buClr>
                <a:schemeClr val="dk1"/>
              </a:buClr>
              <a:buSzPts val="2800"/>
              <a:buFont typeface="Calibri"/>
              <a:buNone/>
            </a:pPr>
            <a:r>
              <a:t/>
            </a:r>
            <a:endParaRPr b="0" i="0" sz="2800" u="none">
              <a:solidFill>
                <a:schemeClr val="dk1"/>
              </a:solidFill>
              <a:latin typeface="Calibri"/>
              <a:ea typeface="Calibri"/>
              <a:cs typeface="Calibri"/>
              <a:sym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38"/>
          <p:cNvSpPr txBox="1"/>
          <p:nvPr>
            <p:ph type="title"/>
          </p:nvPr>
        </p:nvSpPr>
        <p:spPr>
          <a:xfrm>
            <a:off x="1108075" y="381000"/>
            <a:ext cx="7007225" cy="6858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Clr>
                <a:srgbClr val="006FBF"/>
              </a:buClr>
              <a:buSzPts val="4000"/>
              <a:buFont typeface="Cambria"/>
              <a:buNone/>
            </a:pPr>
            <a:r>
              <a:rPr b="1" i="0" lang="en-US" sz="4000" u="none">
                <a:solidFill>
                  <a:srgbClr val="006FBF"/>
                </a:solidFill>
                <a:latin typeface="Cambria"/>
                <a:ea typeface="Cambria"/>
                <a:cs typeface="Cambria"/>
                <a:sym typeface="Cambria"/>
              </a:rPr>
              <a:t>What is Memory allocation?</a:t>
            </a:r>
            <a:br>
              <a:rPr b="1" i="0" lang="en-US" sz="4000" u="none">
                <a:solidFill>
                  <a:srgbClr val="006FBF"/>
                </a:solidFill>
                <a:latin typeface="Cambria"/>
                <a:ea typeface="Cambria"/>
                <a:cs typeface="Cambria"/>
                <a:sym typeface="Cambria"/>
              </a:rPr>
            </a:br>
            <a:endParaRPr/>
          </a:p>
        </p:txBody>
      </p:sp>
      <p:sp>
        <p:nvSpPr>
          <p:cNvPr id="240" name="Google Shape;240;p38"/>
          <p:cNvSpPr txBox="1"/>
          <p:nvPr>
            <p:ph idx="1" type="body"/>
          </p:nvPr>
        </p:nvSpPr>
        <p:spPr>
          <a:xfrm>
            <a:off x="914400" y="1752600"/>
            <a:ext cx="7924800" cy="3705225"/>
          </a:xfrm>
          <a:prstGeom prst="rect">
            <a:avLst/>
          </a:prstGeom>
          <a:noFill/>
          <a:ln>
            <a:noFill/>
          </a:ln>
        </p:spPr>
        <p:txBody>
          <a:bodyPr anchorCtr="0" anchor="t" bIns="0" lIns="0" spcFirstLastPara="1" rIns="0" wrap="square" tIns="0">
            <a:spAutoFit/>
          </a:bodyPr>
          <a:lstStyle/>
          <a:p>
            <a:pPr indent="-177800" lvl="0" marL="0" marR="0" rtl="0" algn="just">
              <a:lnSpc>
                <a:spcPct val="100000"/>
              </a:lnSpc>
              <a:spcBef>
                <a:spcPts val="0"/>
              </a:spcBef>
              <a:spcAft>
                <a:spcPts val="0"/>
              </a:spcAft>
              <a:buClr>
                <a:schemeClr val="dk1"/>
              </a:buClr>
              <a:buSzPts val="2800"/>
              <a:buFont typeface="Calibri"/>
              <a:buChar char="•"/>
            </a:pPr>
            <a:r>
              <a:rPr b="0" i="0" lang="en-US" sz="2800" u="none">
                <a:solidFill>
                  <a:schemeClr val="dk1"/>
                </a:solidFill>
                <a:latin typeface="Calibri"/>
                <a:ea typeface="Calibri"/>
                <a:cs typeface="Calibri"/>
                <a:sym typeface="Calibri"/>
              </a:rPr>
              <a:t>Memory allocation is a process by which computer programs are assigned memory or space.</a:t>
            </a:r>
            <a:endParaRPr/>
          </a:p>
          <a:p>
            <a:pPr indent="0" lvl="0" marL="0" marR="0" rtl="0" algn="just">
              <a:lnSpc>
                <a:spcPct val="100000"/>
              </a:lnSpc>
              <a:spcBef>
                <a:spcPts val="560"/>
              </a:spcBef>
              <a:spcAft>
                <a:spcPts val="0"/>
              </a:spcAft>
              <a:buClr>
                <a:schemeClr val="dk1"/>
              </a:buClr>
              <a:buSzPts val="2800"/>
              <a:buFont typeface="Calibri"/>
              <a:buNone/>
            </a:pPr>
            <a:r>
              <a:rPr b="0" i="0" lang="en-US" sz="2800" u="none">
                <a:solidFill>
                  <a:schemeClr val="dk1"/>
                </a:solidFill>
                <a:latin typeface="Calibri"/>
                <a:ea typeface="Calibri"/>
                <a:cs typeface="Calibri"/>
                <a:sym typeface="Calibri"/>
              </a:rPr>
              <a:t>Here, </a:t>
            </a:r>
            <a:r>
              <a:rPr b="0" i="0" lang="en-US" sz="2800" u="sng">
                <a:solidFill>
                  <a:schemeClr val="dk1"/>
                </a:solidFill>
                <a:latin typeface="Calibri"/>
                <a:ea typeface="Calibri"/>
                <a:cs typeface="Calibri"/>
                <a:sym typeface="Calibri"/>
              </a:rPr>
              <a:t>main memory is divided into two types of partitions</a:t>
            </a:r>
            <a:endParaRPr/>
          </a:p>
          <a:p>
            <a:pPr indent="-177800" lvl="0" marL="0" marR="0" rtl="0" algn="just">
              <a:lnSpc>
                <a:spcPct val="100000"/>
              </a:lnSpc>
              <a:spcBef>
                <a:spcPts val="560"/>
              </a:spcBef>
              <a:spcAft>
                <a:spcPts val="0"/>
              </a:spcAft>
              <a:buClr>
                <a:schemeClr val="dk1"/>
              </a:buClr>
              <a:buSzPts val="2800"/>
              <a:buFont typeface="Calibri"/>
              <a:buChar char="•"/>
            </a:pPr>
            <a:r>
              <a:rPr b="1" i="0" lang="en-US" sz="2800" u="none">
                <a:solidFill>
                  <a:schemeClr val="dk1"/>
                </a:solidFill>
                <a:latin typeface="Calibri"/>
                <a:ea typeface="Calibri"/>
                <a:cs typeface="Calibri"/>
                <a:sym typeface="Calibri"/>
              </a:rPr>
              <a:t>Low Memory</a:t>
            </a:r>
            <a:r>
              <a:rPr b="0" i="0" lang="en-US" sz="2800" u="none">
                <a:solidFill>
                  <a:schemeClr val="dk1"/>
                </a:solidFill>
                <a:latin typeface="Calibri"/>
                <a:ea typeface="Calibri"/>
                <a:cs typeface="Calibri"/>
                <a:sym typeface="Calibri"/>
              </a:rPr>
              <a:t> - Operating system resides in this type of memory.</a:t>
            </a:r>
            <a:endParaRPr/>
          </a:p>
          <a:p>
            <a:pPr indent="-177800" lvl="0" marL="0" marR="0" rtl="0" algn="just">
              <a:lnSpc>
                <a:spcPct val="100000"/>
              </a:lnSpc>
              <a:spcBef>
                <a:spcPts val="560"/>
              </a:spcBef>
              <a:spcAft>
                <a:spcPts val="0"/>
              </a:spcAft>
              <a:buClr>
                <a:schemeClr val="dk1"/>
              </a:buClr>
              <a:buSzPts val="2800"/>
              <a:buFont typeface="Calibri"/>
              <a:buChar char="•"/>
            </a:pPr>
            <a:r>
              <a:rPr b="1" i="0" lang="en-US" sz="2800" u="none">
                <a:solidFill>
                  <a:schemeClr val="dk1"/>
                </a:solidFill>
                <a:latin typeface="Calibri"/>
                <a:ea typeface="Calibri"/>
                <a:cs typeface="Calibri"/>
                <a:sym typeface="Calibri"/>
              </a:rPr>
              <a:t>High Memory</a:t>
            </a:r>
            <a:r>
              <a:rPr b="0" i="0" lang="en-US" sz="2800" u="none">
                <a:solidFill>
                  <a:schemeClr val="dk1"/>
                </a:solidFill>
                <a:latin typeface="Calibri"/>
                <a:ea typeface="Calibri"/>
                <a:cs typeface="Calibri"/>
                <a:sym typeface="Calibri"/>
              </a:rPr>
              <a:t>- User processes are held in high memory.</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39"/>
          <p:cNvSpPr txBox="1"/>
          <p:nvPr>
            <p:ph type="title"/>
          </p:nvPr>
        </p:nvSpPr>
        <p:spPr>
          <a:xfrm>
            <a:off x="1069975" y="381000"/>
            <a:ext cx="7159625" cy="9906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Clr>
                <a:srgbClr val="006FBF"/>
              </a:buClr>
              <a:buSzPts val="2800"/>
              <a:buFont typeface="Cambria"/>
              <a:buNone/>
            </a:pPr>
            <a:r>
              <a:rPr b="1" i="0" lang="en-US" sz="2800" u="none">
                <a:solidFill>
                  <a:srgbClr val="006FBF"/>
                </a:solidFill>
                <a:latin typeface="Cambria"/>
                <a:ea typeface="Cambria"/>
                <a:cs typeface="Cambria"/>
                <a:sym typeface="Cambria"/>
              </a:rPr>
              <a:t>Memory allocation technique/</a:t>
            </a:r>
            <a:br>
              <a:rPr b="1" i="0" lang="en-US" sz="2800" u="none">
                <a:solidFill>
                  <a:srgbClr val="006FBF"/>
                </a:solidFill>
                <a:latin typeface="Cambria"/>
                <a:ea typeface="Cambria"/>
                <a:cs typeface="Cambria"/>
                <a:sym typeface="Cambria"/>
              </a:rPr>
            </a:br>
            <a:r>
              <a:rPr b="1" i="0" lang="en-US" sz="2800" u="none">
                <a:solidFill>
                  <a:srgbClr val="006FBF"/>
                </a:solidFill>
                <a:latin typeface="Cambria"/>
                <a:ea typeface="Cambria"/>
                <a:cs typeface="Cambria"/>
                <a:sym typeface="Cambria"/>
              </a:rPr>
              <a:t>Partition Allocation algorithm</a:t>
            </a:r>
            <a:br>
              <a:rPr b="1" i="0" lang="en-US" sz="2800" u="none">
                <a:solidFill>
                  <a:srgbClr val="006FBF"/>
                </a:solidFill>
                <a:latin typeface="Cambria"/>
                <a:ea typeface="Cambria"/>
                <a:cs typeface="Cambria"/>
                <a:sym typeface="Cambria"/>
              </a:rPr>
            </a:br>
            <a:endParaRPr/>
          </a:p>
        </p:txBody>
      </p:sp>
      <p:sp>
        <p:nvSpPr>
          <p:cNvPr id="246" name="Google Shape;246;p39"/>
          <p:cNvSpPr txBox="1"/>
          <p:nvPr>
            <p:ph idx="1" type="body"/>
          </p:nvPr>
        </p:nvSpPr>
        <p:spPr>
          <a:xfrm>
            <a:off x="914400" y="1905000"/>
            <a:ext cx="7924800" cy="4343400"/>
          </a:xfrm>
          <a:prstGeom prst="rect">
            <a:avLst/>
          </a:prstGeom>
          <a:noFill/>
          <a:ln>
            <a:noFill/>
          </a:ln>
        </p:spPr>
        <p:txBody>
          <a:bodyPr anchorCtr="0" anchor="t" bIns="0" lIns="0" spcFirstLastPara="1" rIns="0" wrap="square" tIns="0">
            <a:normAutofit/>
          </a:bodyPr>
          <a:lstStyle/>
          <a:p>
            <a:pPr indent="-165100" lvl="0" marL="0" marR="0" rtl="0" algn="just">
              <a:lnSpc>
                <a:spcPct val="90000"/>
              </a:lnSpc>
              <a:spcBef>
                <a:spcPts val="0"/>
              </a:spcBef>
              <a:spcAft>
                <a:spcPts val="0"/>
              </a:spcAft>
              <a:buClr>
                <a:schemeClr val="dk1"/>
              </a:buClr>
              <a:buSzPts val="2600"/>
              <a:buFont typeface="Calibri"/>
              <a:buChar char="•"/>
            </a:pPr>
            <a:r>
              <a:rPr b="0" i="0" lang="en-US" sz="2600" u="none">
                <a:solidFill>
                  <a:schemeClr val="dk1"/>
                </a:solidFill>
                <a:latin typeface="Calibri"/>
                <a:ea typeface="Calibri"/>
                <a:cs typeface="Calibri"/>
                <a:sym typeface="Calibri"/>
              </a:rPr>
              <a:t>Memory is divided into different blocks or partitions. Each process is allocated according to the requirement. </a:t>
            </a:r>
            <a:endParaRPr b="0" i="0" sz="2600" u="none">
              <a:solidFill>
                <a:schemeClr val="dk1"/>
              </a:solidFill>
              <a:latin typeface="Calibri"/>
              <a:ea typeface="Calibri"/>
              <a:cs typeface="Calibri"/>
              <a:sym typeface="Calibri"/>
            </a:endParaRPr>
          </a:p>
          <a:p>
            <a:pPr indent="0" lvl="0" marL="0" marR="0" rtl="0" algn="just">
              <a:lnSpc>
                <a:spcPct val="90000"/>
              </a:lnSpc>
              <a:spcBef>
                <a:spcPts val="520"/>
              </a:spcBef>
              <a:spcAft>
                <a:spcPts val="0"/>
              </a:spcAft>
              <a:buClr>
                <a:schemeClr val="dk1"/>
              </a:buClr>
              <a:buSzPts val="2600"/>
              <a:buFont typeface="Calibri"/>
              <a:buNone/>
            </a:pPr>
            <a:r>
              <a:rPr b="0" i="0" lang="en-US" sz="2600" u="sng">
                <a:solidFill>
                  <a:schemeClr val="dk1"/>
                </a:solidFill>
                <a:latin typeface="Calibri"/>
                <a:ea typeface="Calibri"/>
                <a:cs typeface="Calibri"/>
                <a:sym typeface="Calibri"/>
              </a:rPr>
              <a:t>Below are the various partition allocation schemes :</a:t>
            </a:r>
            <a:endParaRPr/>
          </a:p>
          <a:p>
            <a:pPr indent="-165100" lvl="0" marL="0" marR="0" rtl="0" algn="just">
              <a:lnSpc>
                <a:spcPct val="90000"/>
              </a:lnSpc>
              <a:spcBef>
                <a:spcPts val="520"/>
              </a:spcBef>
              <a:spcAft>
                <a:spcPts val="0"/>
              </a:spcAft>
              <a:buClr>
                <a:schemeClr val="dk1"/>
              </a:buClr>
              <a:buSzPts val="2600"/>
              <a:buFont typeface="Calibri"/>
              <a:buChar char="•"/>
            </a:pPr>
            <a:r>
              <a:rPr b="1" i="0" lang="en-US" sz="2600" u="none">
                <a:solidFill>
                  <a:schemeClr val="dk1"/>
                </a:solidFill>
                <a:latin typeface="Calibri"/>
                <a:ea typeface="Calibri"/>
                <a:cs typeface="Calibri"/>
                <a:sym typeface="Calibri"/>
              </a:rPr>
              <a:t>First Fit</a:t>
            </a:r>
            <a:r>
              <a:rPr b="0" i="0" lang="en-US" sz="2600" u="none">
                <a:solidFill>
                  <a:schemeClr val="dk1"/>
                </a:solidFill>
                <a:latin typeface="Calibri"/>
                <a:ea typeface="Calibri"/>
                <a:cs typeface="Calibri"/>
                <a:sym typeface="Calibri"/>
              </a:rPr>
              <a:t>: In this type fit, the partition is allocated, which is the </a:t>
            </a:r>
            <a:r>
              <a:rPr b="0" i="0" lang="en-US" sz="2600" u="sng">
                <a:solidFill>
                  <a:schemeClr val="dk1"/>
                </a:solidFill>
                <a:latin typeface="Calibri"/>
                <a:ea typeface="Calibri"/>
                <a:cs typeface="Calibri"/>
                <a:sym typeface="Calibri"/>
              </a:rPr>
              <a:t>first sufficient block </a:t>
            </a:r>
            <a:r>
              <a:rPr b="0" i="0" lang="en-US" sz="2600" u="none">
                <a:solidFill>
                  <a:schemeClr val="dk1"/>
                </a:solidFill>
                <a:latin typeface="Calibri"/>
                <a:ea typeface="Calibri"/>
                <a:cs typeface="Calibri"/>
                <a:sym typeface="Calibri"/>
              </a:rPr>
              <a:t>from the beginning of the main memory.</a:t>
            </a:r>
            <a:endParaRPr/>
          </a:p>
          <a:p>
            <a:pPr indent="-165100" lvl="0" marL="0" marR="0" rtl="0" algn="just">
              <a:lnSpc>
                <a:spcPct val="90000"/>
              </a:lnSpc>
              <a:spcBef>
                <a:spcPts val="520"/>
              </a:spcBef>
              <a:spcAft>
                <a:spcPts val="0"/>
              </a:spcAft>
              <a:buClr>
                <a:schemeClr val="dk1"/>
              </a:buClr>
              <a:buSzPts val="2600"/>
              <a:buFont typeface="Calibri"/>
              <a:buChar char="•"/>
            </a:pPr>
            <a:r>
              <a:rPr b="1" i="0" lang="en-US" sz="2600" u="none">
                <a:solidFill>
                  <a:schemeClr val="dk1"/>
                </a:solidFill>
                <a:latin typeface="Calibri"/>
                <a:ea typeface="Calibri"/>
                <a:cs typeface="Calibri"/>
                <a:sym typeface="Calibri"/>
              </a:rPr>
              <a:t>Best Fit: </a:t>
            </a:r>
            <a:r>
              <a:rPr b="0" i="0" lang="en-US" sz="2600" u="none">
                <a:solidFill>
                  <a:schemeClr val="dk1"/>
                </a:solidFill>
                <a:latin typeface="Calibri"/>
                <a:ea typeface="Calibri"/>
                <a:cs typeface="Calibri"/>
                <a:sym typeface="Calibri"/>
              </a:rPr>
              <a:t>It allocates the process to the partition that is the </a:t>
            </a:r>
            <a:r>
              <a:rPr b="0" i="0" lang="en-US" sz="2600" u="sng">
                <a:solidFill>
                  <a:schemeClr val="dk1"/>
                </a:solidFill>
                <a:latin typeface="Calibri"/>
                <a:ea typeface="Calibri"/>
                <a:cs typeface="Calibri"/>
                <a:sym typeface="Calibri"/>
              </a:rPr>
              <a:t>first smallest partition </a:t>
            </a:r>
            <a:r>
              <a:rPr b="0" i="0" lang="en-US" sz="2600" u="none">
                <a:solidFill>
                  <a:schemeClr val="dk1"/>
                </a:solidFill>
                <a:latin typeface="Calibri"/>
                <a:ea typeface="Calibri"/>
                <a:cs typeface="Calibri"/>
                <a:sym typeface="Calibri"/>
              </a:rPr>
              <a:t>among the free partitions.</a:t>
            </a:r>
            <a:endParaRPr/>
          </a:p>
          <a:p>
            <a:pPr indent="-165100" lvl="0" marL="0" marR="0" rtl="0" algn="just">
              <a:lnSpc>
                <a:spcPct val="90000"/>
              </a:lnSpc>
              <a:spcBef>
                <a:spcPts val="520"/>
              </a:spcBef>
              <a:spcAft>
                <a:spcPts val="0"/>
              </a:spcAft>
              <a:buClr>
                <a:schemeClr val="dk1"/>
              </a:buClr>
              <a:buSzPts val="2600"/>
              <a:buFont typeface="Calibri"/>
              <a:buChar char="•"/>
            </a:pPr>
            <a:r>
              <a:rPr b="1" i="0" lang="en-US" sz="2600" u="none">
                <a:solidFill>
                  <a:schemeClr val="dk1"/>
                </a:solidFill>
                <a:latin typeface="Calibri"/>
                <a:ea typeface="Calibri"/>
                <a:cs typeface="Calibri"/>
                <a:sym typeface="Calibri"/>
              </a:rPr>
              <a:t>Worst Fit: </a:t>
            </a:r>
            <a:r>
              <a:rPr b="0" i="0" lang="en-US" sz="2600" u="none">
                <a:solidFill>
                  <a:schemeClr val="dk1"/>
                </a:solidFill>
                <a:latin typeface="Calibri"/>
                <a:ea typeface="Calibri"/>
                <a:cs typeface="Calibri"/>
                <a:sym typeface="Calibri"/>
              </a:rPr>
              <a:t>It allocates the process to the</a:t>
            </a:r>
            <a:r>
              <a:rPr b="1" i="0" lang="en-US" sz="2600" u="none">
                <a:solidFill>
                  <a:schemeClr val="dk1"/>
                </a:solidFill>
                <a:latin typeface="Calibri"/>
                <a:ea typeface="Calibri"/>
                <a:cs typeface="Calibri"/>
                <a:sym typeface="Calibri"/>
              </a:rPr>
              <a:t> </a:t>
            </a:r>
            <a:r>
              <a:rPr b="0" i="0" lang="en-US" sz="2600" u="none">
                <a:solidFill>
                  <a:schemeClr val="dk1"/>
                </a:solidFill>
                <a:latin typeface="Calibri"/>
                <a:ea typeface="Calibri"/>
                <a:cs typeface="Calibri"/>
                <a:sym typeface="Calibri"/>
              </a:rPr>
              <a:t>partition, which is the </a:t>
            </a:r>
            <a:r>
              <a:rPr b="0" i="0" lang="en-US" sz="2600" u="sng">
                <a:solidFill>
                  <a:schemeClr val="dk1"/>
                </a:solidFill>
                <a:latin typeface="Calibri"/>
                <a:ea typeface="Calibri"/>
                <a:cs typeface="Calibri"/>
                <a:sym typeface="Calibri"/>
              </a:rPr>
              <a:t>largest sufficient freely available partition</a:t>
            </a:r>
            <a:r>
              <a:rPr b="0" i="0" lang="en-US" sz="2600" u="none">
                <a:solidFill>
                  <a:schemeClr val="dk1"/>
                </a:solidFill>
                <a:latin typeface="Calibri"/>
                <a:ea typeface="Calibri"/>
                <a:cs typeface="Calibri"/>
                <a:sym typeface="Calibri"/>
              </a:rPr>
              <a:t> in the main memory.</a:t>
            </a:r>
            <a:endParaRPr/>
          </a:p>
          <a:p>
            <a:pPr indent="0" lvl="0" marL="0" marR="0" rtl="0" algn="l">
              <a:spcBef>
                <a:spcPts val="520"/>
              </a:spcBef>
              <a:spcAft>
                <a:spcPts val="0"/>
              </a:spcAft>
              <a:buClr>
                <a:schemeClr val="dk1"/>
              </a:buClr>
              <a:buSzPts val="2600"/>
              <a:buFont typeface="Calibri"/>
              <a:buNone/>
            </a:pPr>
            <a:r>
              <a:t/>
            </a:r>
            <a:endParaRPr b="0" i="0" sz="2600" u="none">
              <a:solidFill>
                <a:schemeClr val="dk1"/>
              </a:solidFill>
              <a:latin typeface="Calibri"/>
              <a:ea typeface="Calibri"/>
              <a:cs typeface="Calibri"/>
              <a:sym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pic>
        <p:nvPicPr>
          <p:cNvPr id="251" name="Google Shape;251;p40"/>
          <p:cNvPicPr preferRelativeResize="0"/>
          <p:nvPr/>
        </p:nvPicPr>
        <p:blipFill rotWithShape="1">
          <a:blip r:embed="rId3">
            <a:alphaModFix/>
          </a:blip>
          <a:srcRect b="0" l="0" r="0" t="0"/>
          <a:stretch/>
        </p:blipFill>
        <p:spPr>
          <a:xfrm>
            <a:off x="1066800" y="762000"/>
            <a:ext cx="6985000" cy="4191000"/>
          </a:xfrm>
          <a:prstGeom prst="rect">
            <a:avLst/>
          </a:prstGeom>
          <a:noFill/>
          <a:ln>
            <a:noFill/>
          </a:ln>
        </p:spPr>
      </p:pic>
      <p:sp>
        <p:nvSpPr>
          <p:cNvPr id="252" name="Google Shape;252;p40"/>
          <p:cNvSpPr txBox="1"/>
          <p:nvPr/>
        </p:nvSpPr>
        <p:spPr>
          <a:xfrm>
            <a:off x="1600200" y="5638800"/>
            <a:ext cx="7162800" cy="6461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Ex. Assume  a </a:t>
            </a:r>
            <a:r>
              <a:rPr b="0" i="0" lang="en-US" sz="1800" u="sng">
                <a:solidFill>
                  <a:schemeClr val="dk1"/>
                </a:solidFill>
                <a:latin typeface="Arial"/>
                <a:ea typeface="Arial"/>
                <a:cs typeface="Arial"/>
                <a:sym typeface="Arial"/>
              </a:rPr>
              <a:t>process P4 </a:t>
            </a:r>
            <a:r>
              <a:rPr b="0" i="0" lang="en-US" sz="1800" u="none">
                <a:solidFill>
                  <a:schemeClr val="dk1"/>
                </a:solidFill>
                <a:latin typeface="Arial"/>
                <a:ea typeface="Arial"/>
                <a:cs typeface="Arial"/>
                <a:sym typeface="Arial"/>
              </a:rPr>
              <a:t>comes with a memory requirement </a:t>
            </a:r>
            <a:r>
              <a:rPr b="0" i="0" lang="en-US" sz="1800" u="sng">
                <a:solidFill>
                  <a:schemeClr val="dk1"/>
                </a:solidFill>
                <a:latin typeface="Arial"/>
                <a:ea typeface="Arial"/>
                <a:cs typeface="Arial"/>
                <a:sym typeface="Arial"/>
              </a:rPr>
              <a:t>3 KB</a:t>
            </a:r>
            <a:r>
              <a:rPr b="0" i="0" lang="en-US" sz="1800" u="none">
                <a:solidFill>
                  <a:schemeClr val="dk1"/>
                </a:solidFill>
                <a:latin typeface="Arial"/>
                <a:ea typeface="Arial"/>
                <a:cs typeface="Arial"/>
                <a:sym typeface="Arial"/>
              </a:rPr>
              <a:t>. Locate this process.</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41"/>
          <p:cNvSpPr txBox="1"/>
          <p:nvPr>
            <p:ph type="title"/>
          </p:nvPr>
        </p:nvSpPr>
        <p:spPr>
          <a:xfrm>
            <a:off x="1108075" y="152400"/>
            <a:ext cx="7159625" cy="1223962"/>
          </a:xfrm>
          <a:prstGeom prst="rect">
            <a:avLst/>
          </a:prstGeom>
          <a:noFill/>
          <a:ln>
            <a:noFill/>
          </a:ln>
        </p:spPr>
        <p:txBody>
          <a:bodyPr anchorCtr="0" anchor="t" bIns="0" lIns="0" spcFirstLastPara="1" rIns="0" wrap="square" tIns="0">
            <a:spAutoFit/>
          </a:bodyPr>
          <a:lstStyle/>
          <a:p>
            <a:pPr indent="0" lvl="0" marL="0" rtl="0" algn="ctr">
              <a:lnSpc>
                <a:spcPct val="100000"/>
              </a:lnSpc>
              <a:spcBef>
                <a:spcPts val="0"/>
              </a:spcBef>
              <a:spcAft>
                <a:spcPts val="0"/>
              </a:spcAft>
              <a:buClr>
                <a:srgbClr val="006FBF"/>
              </a:buClr>
              <a:buSzPts val="3600"/>
              <a:buFont typeface="Cambria"/>
              <a:buNone/>
            </a:pPr>
            <a:r>
              <a:rPr b="1" i="0" lang="en-US" sz="3600" u="none">
                <a:solidFill>
                  <a:srgbClr val="006FBF"/>
                </a:solidFill>
                <a:latin typeface="Cambria"/>
                <a:ea typeface="Cambria"/>
                <a:cs typeface="Cambria"/>
                <a:sym typeface="Cambria"/>
              </a:rPr>
              <a:t>Non-Contiguous Memory Allocation Technique</a:t>
            </a:r>
            <a:br>
              <a:rPr b="1" i="0" lang="en-US" sz="3600" u="none">
                <a:solidFill>
                  <a:srgbClr val="006FBF"/>
                </a:solidFill>
                <a:latin typeface="Cambria"/>
                <a:ea typeface="Cambria"/>
                <a:cs typeface="Cambria"/>
                <a:sym typeface="Cambria"/>
              </a:rPr>
            </a:br>
            <a:endParaRPr/>
          </a:p>
        </p:txBody>
      </p:sp>
      <p:sp>
        <p:nvSpPr>
          <p:cNvPr id="258" name="Google Shape;258;p41"/>
          <p:cNvSpPr txBox="1"/>
          <p:nvPr>
            <p:ph idx="1" type="body"/>
          </p:nvPr>
        </p:nvSpPr>
        <p:spPr>
          <a:xfrm>
            <a:off x="1108075" y="1633537"/>
            <a:ext cx="7807325" cy="3878262"/>
          </a:xfrm>
          <a:prstGeom prst="rect">
            <a:avLst/>
          </a:prstGeom>
          <a:noFill/>
          <a:ln>
            <a:noFill/>
          </a:ln>
        </p:spPr>
        <p:txBody>
          <a:bodyPr anchorCtr="0" anchor="t" bIns="0" lIns="0" spcFirstLastPara="1" rIns="0" wrap="square" tIns="0">
            <a:spAutoFit/>
          </a:bodyPr>
          <a:lstStyle/>
          <a:p>
            <a:pPr indent="-177800" lvl="0" marL="0" rtl="0" algn="l">
              <a:lnSpc>
                <a:spcPct val="100000"/>
              </a:lnSpc>
              <a:spcBef>
                <a:spcPts val="0"/>
              </a:spcBef>
              <a:spcAft>
                <a:spcPts val="0"/>
              </a:spcAft>
              <a:buClr>
                <a:schemeClr val="dk1"/>
              </a:buClr>
              <a:buSzPts val="2800"/>
              <a:buFont typeface="Calibri"/>
              <a:buChar char="•"/>
            </a:pPr>
            <a:r>
              <a:rPr b="0" i="0" lang="en-US" sz="2800" u="none">
                <a:solidFill>
                  <a:schemeClr val="dk1"/>
                </a:solidFill>
                <a:latin typeface="Calibri"/>
                <a:ea typeface="Calibri"/>
                <a:cs typeface="Calibri"/>
                <a:sym typeface="Calibri"/>
              </a:rPr>
              <a:t>In the non-contiguous memory allocation technique, different parts of the same process are </a:t>
            </a:r>
            <a:r>
              <a:rPr b="0" i="0" lang="en-US" sz="2800" u="sng">
                <a:solidFill>
                  <a:schemeClr val="dk1"/>
                </a:solidFill>
                <a:latin typeface="Calibri"/>
                <a:ea typeface="Calibri"/>
                <a:cs typeface="Calibri"/>
                <a:sym typeface="Calibri"/>
              </a:rPr>
              <a:t>stored in different places </a:t>
            </a:r>
            <a:r>
              <a:rPr b="0" i="0" lang="en-US" sz="2800" u="none">
                <a:solidFill>
                  <a:schemeClr val="dk1"/>
                </a:solidFill>
                <a:latin typeface="Calibri"/>
                <a:ea typeface="Calibri"/>
                <a:cs typeface="Calibri"/>
                <a:sym typeface="Calibri"/>
              </a:rPr>
              <a:t>of the main memory. </a:t>
            </a:r>
            <a:endParaRPr/>
          </a:p>
          <a:p>
            <a:pPr indent="0" lvl="0" marL="0" rtl="0" algn="l">
              <a:lnSpc>
                <a:spcPct val="100000"/>
              </a:lnSpc>
              <a:spcBef>
                <a:spcPts val="560"/>
              </a:spcBef>
              <a:spcAft>
                <a:spcPts val="0"/>
              </a:spcAft>
              <a:buClr>
                <a:schemeClr val="dk1"/>
              </a:buClr>
              <a:buSzPts val="2800"/>
              <a:buFont typeface="Calibri"/>
              <a:buNone/>
            </a:pPr>
            <a:r>
              <a:t/>
            </a:r>
            <a:endParaRPr b="0" i="0" sz="2800" u="none">
              <a:solidFill>
                <a:schemeClr val="dk1"/>
              </a:solidFill>
              <a:latin typeface="Calibri"/>
              <a:ea typeface="Calibri"/>
              <a:cs typeface="Calibri"/>
              <a:sym typeface="Calibri"/>
            </a:endParaRPr>
          </a:p>
          <a:p>
            <a:pPr indent="0" lvl="0" marL="0" rtl="0" algn="l">
              <a:lnSpc>
                <a:spcPct val="100000"/>
              </a:lnSpc>
              <a:spcBef>
                <a:spcPts val="560"/>
              </a:spcBef>
              <a:spcAft>
                <a:spcPts val="0"/>
              </a:spcAft>
              <a:buClr>
                <a:schemeClr val="dk1"/>
              </a:buClr>
              <a:buSzPts val="2800"/>
              <a:buFont typeface="Calibri"/>
              <a:buNone/>
            </a:pPr>
            <a:r>
              <a:rPr b="0" i="0" lang="en-US" sz="2800" u="none">
                <a:solidFill>
                  <a:schemeClr val="dk1"/>
                </a:solidFill>
                <a:latin typeface="Calibri"/>
                <a:ea typeface="Calibri"/>
                <a:cs typeface="Calibri"/>
                <a:sym typeface="Calibri"/>
              </a:rPr>
              <a:t>Types:</a:t>
            </a:r>
            <a:endParaRPr/>
          </a:p>
          <a:p>
            <a:pPr indent="-177800" lvl="0" marL="0" rtl="0" algn="l">
              <a:lnSpc>
                <a:spcPct val="100000"/>
              </a:lnSpc>
              <a:spcBef>
                <a:spcPts val="560"/>
              </a:spcBef>
              <a:spcAft>
                <a:spcPts val="0"/>
              </a:spcAft>
              <a:buClr>
                <a:schemeClr val="dk1"/>
              </a:buClr>
              <a:buSzPts val="2800"/>
              <a:buFont typeface="Calibri"/>
              <a:buChar char="•"/>
            </a:pPr>
            <a:r>
              <a:rPr b="0" i="0" lang="en-US" sz="2800" u="none">
                <a:solidFill>
                  <a:schemeClr val="dk1"/>
                </a:solidFill>
                <a:latin typeface="Calibri"/>
                <a:ea typeface="Calibri"/>
                <a:cs typeface="Calibri"/>
                <a:sym typeface="Calibri"/>
              </a:rPr>
              <a:t>Paging [Fixed partitioning]</a:t>
            </a:r>
            <a:endParaRPr/>
          </a:p>
          <a:p>
            <a:pPr indent="-177800" lvl="0" marL="0" rtl="0" algn="l">
              <a:lnSpc>
                <a:spcPct val="100000"/>
              </a:lnSpc>
              <a:spcBef>
                <a:spcPts val="560"/>
              </a:spcBef>
              <a:spcAft>
                <a:spcPts val="0"/>
              </a:spcAft>
              <a:buClr>
                <a:schemeClr val="dk1"/>
              </a:buClr>
              <a:buSzPts val="2800"/>
              <a:buFont typeface="Calibri"/>
              <a:buChar char="•"/>
            </a:pPr>
            <a:r>
              <a:rPr b="0" i="0" lang="en-US" sz="2800" u="none">
                <a:solidFill>
                  <a:schemeClr val="dk1"/>
                </a:solidFill>
                <a:latin typeface="Calibri"/>
                <a:ea typeface="Calibri"/>
                <a:cs typeface="Calibri"/>
                <a:sym typeface="Calibri"/>
              </a:rPr>
              <a:t>Segmentation[Variable partitioning]</a:t>
            </a:r>
            <a:endParaRPr/>
          </a:p>
          <a:p>
            <a:pPr indent="0" lvl="0" marL="0" rtl="0" algn="l">
              <a:spcBef>
                <a:spcPts val="560"/>
              </a:spcBef>
              <a:spcAft>
                <a:spcPts val="0"/>
              </a:spcAft>
              <a:buClr>
                <a:schemeClr val="dk1"/>
              </a:buClr>
              <a:buSzPts val="2800"/>
              <a:buFont typeface="Calibri"/>
              <a:buNone/>
            </a:pPr>
            <a:r>
              <a:t/>
            </a:r>
            <a:endParaRPr b="0" i="0" sz="2800" u="none">
              <a:solidFill>
                <a:schemeClr val="dk1"/>
              </a:solidFill>
              <a:latin typeface="Calibri"/>
              <a:ea typeface="Calibri"/>
              <a:cs typeface="Calibri"/>
              <a:sym typeface="Calibri"/>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42"/>
          <p:cNvSpPr txBox="1"/>
          <p:nvPr>
            <p:ph type="title"/>
          </p:nvPr>
        </p:nvSpPr>
        <p:spPr>
          <a:xfrm>
            <a:off x="1016000" y="152400"/>
            <a:ext cx="6172200" cy="1169987"/>
          </a:xfrm>
          <a:prstGeom prst="rect">
            <a:avLst/>
          </a:prstGeom>
          <a:noFill/>
          <a:ln>
            <a:noFill/>
          </a:ln>
        </p:spPr>
        <p:txBody>
          <a:bodyPr anchorCtr="0" anchor="t" bIns="0" lIns="0" spcFirstLastPara="1" rIns="0" wrap="square" tIns="0">
            <a:spAutoFit/>
          </a:bodyPr>
          <a:lstStyle/>
          <a:p>
            <a:pPr indent="0" lvl="0" marL="0" rtl="0" algn="ctr">
              <a:lnSpc>
                <a:spcPct val="100000"/>
              </a:lnSpc>
              <a:spcBef>
                <a:spcPts val="0"/>
              </a:spcBef>
              <a:spcAft>
                <a:spcPts val="0"/>
              </a:spcAft>
              <a:buClr>
                <a:srgbClr val="006FBF"/>
              </a:buClr>
              <a:buSzPts val="4000"/>
              <a:buFont typeface="Cambria"/>
              <a:buNone/>
            </a:pPr>
            <a:r>
              <a:rPr b="1" i="0" lang="en-US" sz="4000" u="none">
                <a:solidFill>
                  <a:srgbClr val="006FBF"/>
                </a:solidFill>
                <a:latin typeface="Cambria"/>
                <a:ea typeface="Cambria"/>
                <a:cs typeface="Cambria"/>
                <a:sym typeface="Cambria"/>
              </a:rPr>
              <a:t>What is Paging?</a:t>
            </a:r>
            <a:br>
              <a:rPr b="1" i="0" lang="en-US" sz="4000" u="none">
                <a:solidFill>
                  <a:srgbClr val="006FBF"/>
                </a:solidFill>
                <a:latin typeface="Cambria"/>
                <a:ea typeface="Cambria"/>
                <a:cs typeface="Cambria"/>
                <a:sym typeface="Cambria"/>
              </a:rPr>
            </a:br>
            <a:endParaRPr/>
          </a:p>
        </p:txBody>
      </p:sp>
      <p:sp>
        <p:nvSpPr>
          <p:cNvPr id="264" name="Google Shape;264;p42"/>
          <p:cNvSpPr txBox="1"/>
          <p:nvPr>
            <p:ph idx="1" type="body"/>
          </p:nvPr>
        </p:nvSpPr>
        <p:spPr>
          <a:xfrm>
            <a:off x="990600" y="1676400"/>
            <a:ext cx="7772400" cy="3544887"/>
          </a:xfrm>
          <a:prstGeom prst="rect">
            <a:avLst/>
          </a:prstGeom>
          <a:noFill/>
          <a:ln>
            <a:noFill/>
          </a:ln>
        </p:spPr>
        <p:txBody>
          <a:bodyPr anchorCtr="0" anchor="t" bIns="0" lIns="0" spcFirstLastPara="1" rIns="0" wrap="square" tIns="0">
            <a:spAutoFit/>
          </a:bodyPr>
          <a:lstStyle/>
          <a:p>
            <a:pPr indent="-152400" lvl="0" marL="0" rtl="0" algn="just">
              <a:lnSpc>
                <a:spcPct val="100000"/>
              </a:lnSpc>
              <a:spcBef>
                <a:spcPts val="0"/>
              </a:spcBef>
              <a:spcAft>
                <a:spcPts val="0"/>
              </a:spcAft>
              <a:buClr>
                <a:schemeClr val="dk1"/>
              </a:buClr>
              <a:buSzPts val="2400"/>
              <a:buFont typeface="Calibri"/>
              <a:buChar char="•"/>
            </a:pPr>
            <a:r>
              <a:rPr b="0" i="0" lang="en-US" sz="2400" u="none">
                <a:solidFill>
                  <a:schemeClr val="dk1"/>
                </a:solidFill>
                <a:latin typeface="Calibri"/>
                <a:ea typeface="Calibri"/>
                <a:cs typeface="Calibri"/>
                <a:sym typeface="Calibri"/>
              </a:rPr>
              <a:t>In Operating Systems, Paging is a storage mechanism used to </a:t>
            </a:r>
            <a:r>
              <a:rPr b="0" i="0" lang="en-US" sz="2400" u="sng">
                <a:solidFill>
                  <a:schemeClr val="dk1"/>
                </a:solidFill>
                <a:latin typeface="Calibri"/>
                <a:ea typeface="Calibri"/>
                <a:cs typeface="Calibri"/>
                <a:sym typeface="Calibri"/>
              </a:rPr>
              <a:t>retrieve processes </a:t>
            </a:r>
            <a:r>
              <a:rPr b="0" i="0" lang="en-US" sz="2400" u="none">
                <a:solidFill>
                  <a:schemeClr val="dk1"/>
                </a:solidFill>
                <a:latin typeface="Calibri"/>
                <a:ea typeface="Calibri"/>
                <a:cs typeface="Calibri"/>
                <a:sym typeface="Calibri"/>
              </a:rPr>
              <a:t>from the secondary storage into the main memory </a:t>
            </a:r>
            <a:r>
              <a:rPr b="0" i="0" lang="en-US" sz="2400" u="sng">
                <a:solidFill>
                  <a:schemeClr val="dk1"/>
                </a:solidFill>
                <a:latin typeface="Calibri"/>
                <a:ea typeface="Calibri"/>
                <a:cs typeface="Calibri"/>
                <a:sym typeface="Calibri"/>
              </a:rPr>
              <a:t>in the form of pages.</a:t>
            </a:r>
            <a:endParaRPr/>
          </a:p>
          <a:p>
            <a:pPr indent="-152400" lvl="0" marL="0" rtl="0" algn="just">
              <a:lnSpc>
                <a:spcPct val="100000"/>
              </a:lnSpc>
              <a:spcBef>
                <a:spcPts val="480"/>
              </a:spcBef>
              <a:spcAft>
                <a:spcPts val="0"/>
              </a:spcAft>
              <a:buClr>
                <a:schemeClr val="dk1"/>
              </a:buClr>
              <a:buSzPts val="2400"/>
              <a:buFont typeface="Calibri"/>
              <a:buChar char="•"/>
            </a:pPr>
            <a:r>
              <a:rPr b="0" i="0" lang="en-US" sz="2400" u="none">
                <a:solidFill>
                  <a:schemeClr val="dk1"/>
                </a:solidFill>
                <a:latin typeface="Calibri"/>
                <a:ea typeface="Calibri"/>
                <a:cs typeface="Calibri"/>
                <a:sym typeface="Calibri"/>
              </a:rPr>
              <a:t>The main idea behind the paging is to </a:t>
            </a:r>
            <a:r>
              <a:rPr b="0" i="0" lang="en-US" sz="2400" u="sng">
                <a:solidFill>
                  <a:schemeClr val="dk1"/>
                </a:solidFill>
                <a:latin typeface="Calibri"/>
                <a:ea typeface="Calibri"/>
                <a:cs typeface="Calibri"/>
                <a:sym typeface="Calibri"/>
              </a:rPr>
              <a:t>divide each process in the form of pages. </a:t>
            </a:r>
            <a:endParaRPr/>
          </a:p>
          <a:p>
            <a:pPr indent="-152400" lvl="0" marL="0" rtl="0" algn="just">
              <a:lnSpc>
                <a:spcPct val="100000"/>
              </a:lnSpc>
              <a:spcBef>
                <a:spcPts val="480"/>
              </a:spcBef>
              <a:spcAft>
                <a:spcPts val="0"/>
              </a:spcAft>
              <a:buClr>
                <a:schemeClr val="dk1"/>
              </a:buClr>
              <a:buSzPts val="2400"/>
              <a:buFont typeface="Calibri"/>
              <a:buChar char="•"/>
            </a:pPr>
            <a:r>
              <a:rPr b="0" i="0" lang="en-US" sz="2400" u="none">
                <a:solidFill>
                  <a:schemeClr val="dk1"/>
                </a:solidFill>
                <a:latin typeface="Calibri"/>
                <a:ea typeface="Calibri"/>
                <a:cs typeface="Calibri"/>
                <a:sym typeface="Calibri"/>
              </a:rPr>
              <a:t>The </a:t>
            </a:r>
            <a:r>
              <a:rPr b="0" i="0" lang="en-US" sz="2400" u="sng">
                <a:solidFill>
                  <a:schemeClr val="dk1"/>
                </a:solidFill>
                <a:latin typeface="Calibri"/>
                <a:ea typeface="Calibri"/>
                <a:cs typeface="Calibri"/>
                <a:sym typeface="Calibri"/>
              </a:rPr>
              <a:t>main memory </a:t>
            </a:r>
            <a:r>
              <a:rPr b="0" i="0" lang="en-US" sz="2400" u="none">
                <a:solidFill>
                  <a:schemeClr val="dk1"/>
                </a:solidFill>
                <a:latin typeface="Calibri"/>
                <a:ea typeface="Calibri"/>
                <a:cs typeface="Calibri"/>
                <a:sym typeface="Calibri"/>
              </a:rPr>
              <a:t>will also be </a:t>
            </a:r>
            <a:r>
              <a:rPr b="0" i="0" lang="en-US" sz="2400" u="sng">
                <a:solidFill>
                  <a:schemeClr val="dk1"/>
                </a:solidFill>
                <a:latin typeface="Calibri"/>
                <a:ea typeface="Calibri"/>
                <a:cs typeface="Calibri"/>
                <a:sym typeface="Calibri"/>
              </a:rPr>
              <a:t>divided in </a:t>
            </a:r>
            <a:r>
              <a:rPr b="0" i="0" lang="en-US" sz="2400" u="none">
                <a:solidFill>
                  <a:schemeClr val="dk1"/>
                </a:solidFill>
                <a:latin typeface="Calibri"/>
                <a:ea typeface="Calibri"/>
                <a:cs typeface="Calibri"/>
                <a:sym typeface="Calibri"/>
              </a:rPr>
              <a:t>the form of </a:t>
            </a:r>
            <a:r>
              <a:rPr b="0" i="0" lang="en-US" sz="2400" u="sng">
                <a:solidFill>
                  <a:schemeClr val="dk1"/>
                </a:solidFill>
                <a:latin typeface="Calibri"/>
                <a:ea typeface="Calibri"/>
                <a:cs typeface="Calibri"/>
                <a:sym typeface="Calibri"/>
              </a:rPr>
              <a:t>equal size frames.</a:t>
            </a:r>
            <a:endParaRPr/>
          </a:p>
          <a:p>
            <a:pPr indent="-152400" lvl="0" marL="0" rtl="0" algn="just">
              <a:lnSpc>
                <a:spcPct val="100000"/>
              </a:lnSpc>
              <a:spcBef>
                <a:spcPts val="480"/>
              </a:spcBef>
              <a:spcAft>
                <a:spcPts val="0"/>
              </a:spcAft>
              <a:buClr>
                <a:schemeClr val="dk1"/>
              </a:buClr>
              <a:buSzPts val="2400"/>
              <a:buFont typeface="Calibri"/>
              <a:buChar char="•"/>
            </a:pPr>
            <a:r>
              <a:rPr b="0" i="0" lang="en-US" sz="2400" u="none">
                <a:solidFill>
                  <a:schemeClr val="dk1"/>
                </a:solidFill>
                <a:latin typeface="Calibri"/>
                <a:ea typeface="Calibri"/>
                <a:cs typeface="Calibri"/>
                <a:sym typeface="Calibri"/>
              </a:rPr>
              <a:t>One page of the process is to be stored in one of the frames of the memory. </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43"/>
          <p:cNvSpPr txBox="1"/>
          <p:nvPr>
            <p:ph type="title"/>
          </p:nvPr>
        </p:nvSpPr>
        <p:spPr>
          <a:xfrm>
            <a:off x="1158875" y="152400"/>
            <a:ext cx="6851650" cy="923925"/>
          </a:xfrm>
          <a:prstGeom prst="rect">
            <a:avLst/>
          </a:prstGeom>
          <a:noFill/>
          <a:ln>
            <a:noFill/>
          </a:ln>
        </p:spPr>
        <p:txBody>
          <a:bodyPr anchorCtr="0" anchor="t" bIns="0" lIns="0" spcFirstLastPara="1" rIns="0" wrap="square" tIns="0">
            <a:spAutoFit/>
          </a:bodyPr>
          <a:lstStyle/>
          <a:p>
            <a:pPr indent="0" lvl="0" marL="0" rtl="0" algn="ctr">
              <a:lnSpc>
                <a:spcPct val="100000"/>
              </a:lnSpc>
              <a:spcBef>
                <a:spcPts val="0"/>
              </a:spcBef>
              <a:spcAft>
                <a:spcPts val="0"/>
              </a:spcAft>
              <a:buClr>
                <a:srgbClr val="006FBF"/>
              </a:buClr>
              <a:buSzPts val="3600"/>
              <a:buFont typeface="Cambria"/>
              <a:buNone/>
            </a:pPr>
            <a:r>
              <a:rPr b="1" i="0" lang="en-US" sz="3600" u="none">
                <a:solidFill>
                  <a:srgbClr val="006FBF"/>
                </a:solidFill>
                <a:latin typeface="Cambria"/>
                <a:ea typeface="Cambria"/>
                <a:cs typeface="Cambria"/>
                <a:sym typeface="Cambria"/>
              </a:rPr>
              <a:t>What is Paging? </a:t>
            </a:r>
            <a:r>
              <a:rPr b="1" i="0" lang="en-US" sz="2400" u="none">
                <a:solidFill>
                  <a:srgbClr val="006FBF"/>
                </a:solidFill>
                <a:latin typeface="Cambria"/>
                <a:ea typeface="Cambria"/>
                <a:cs typeface="Cambria"/>
                <a:sym typeface="Cambria"/>
              </a:rPr>
              <a:t>Contd..</a:t>
            </a:r>
            <a:br>
              <a:rPr b="1" i="0" lang="en-US" sz="2400" u="none">
                <a:solidFill>
                  <a:srgbClr val="006FBF"/>
                </a:solidFill>
                <a:latin typeface="Cambria"/>
                <a:ea typeface="Cambria"/>
                <a:cs typeface="Cambria"/>
                <a:sym typeface="Cambria"/>
              </a:rPr>
            </a:br>
            <a:endParaRPr/>
          </a:p>
        </p:txBody>
      </p:sp>
      <p:sp>
        <p:nvSpPr>
          <p:cNvPr id="270" name="Google Shape;270;p43"/>
          <p:cNvSpPr txBox="1"/>
          <p:nvPr>
            <p:ph idx="1" type="body"/>
          </p:nvPr>
        </p:nvSpPr>
        <p:spPr>
          <a:xfrm>
            <a:off x="1158875" y="1828800"/>
            <a:ext cx="7604125" cy="4038600"/>
          </a:xfrm>
          <a:prstGeom prst="rect">
            <a:avLst/>
          </a:prstGeom>
          <a:noFill/>
          <a:ln>
            <a:noFill/>
          </a:ln>
        </p:spPr>
        <p:txBody>
          <a:bodyPr anchorCtr="0" anchor="t" bIns="0" lIns="0" spcFirstLastPara="1" rIns="0" wrap="square" tIns="0">
            <a:spAutoFit/>
          </a:bodyPr>
          <a:lstStyle/>
          <a:p>
            <a:pPr indent="-152400" lvl="0" marL="0" rtl="0" algn="just">
              <a:lnSpc>
                <a:spcPct val="100000"/>
              </a:lnSpc>
              <a:spcBef>
                <a:spcPts val="0"/>
              </a:spcBef>
              <a:spcAft>
                <a:spcPts val="0"/>
              </a:spcAft>
              <a:buClr>
                <a:schemeClr val="dk1"/>
              </a:buClr>
              <a:buSzPts val="2400"/>
              <a:buFont typeface="Calibri"/>
              <a:buChar char="•"/>
            </a:pPr>
            <a:r>
              <a:rPr b="0" i="0" lang="en-US" sz="2400" u="none">
                <a:solidFill>
                  <a:schemeClr val="dk1"/>
                </a:solidFill>
                <a:latin typeface="Calibri"/>
                <a:ea typeface="Calibri"/>
                <a:cs typeface="Calibri"/>
                <a:sym typeface="Calibri"/>
              </a:rPr>
              <a:t>The pages can be stored at the </a:t>
            </a:r>
            <a:r>
              <a:rPr b="0" i="0" lang="en-US" sz="2400" u="sng">
                <a:solidFill>
                  <a:schemeClr val="dk1"/>
                </a:solidFill>
                <a:latin typeface="Calibri"/>
                <a:ea typeface="Calibri"/>
                <a:cs typeface="Calibri"/>
                <a:sym typeface="Calibri"/>
              </a:rPr>
              <a:t>different locations </a:t>
            </a:r>
            <a:r>
              <a:rPr b="0" i="0" lang="en-US" sz="2400" u="none">
                <a:solidFill>
                  <a:schemeClr val="dk1"/>
                </a:solidFill>
                <a:latin typeface="Calibri"/>
                <a:ea typeface="Calibri"/>
                <a:cs typeface="Calibri"/>
                <a:sym typeface="Calibri"/>
              </a:rPr>
              <a:t>of the memory but the priority is always to find the contiguous frames or holes.</a:t>
            </a:r>
            <a:endParaRPr/>
          </a:p>
          <a:p>
            <a:pPr indent="-152400" lvl="0" marL="0" rtl="0" algn="just">
              <a:lnSpc>
                <a:spcPct val="100000"/>
              </a:lnSpc>
              <a:spcBef>
                <a:spcPts val="480"/>
              </a:spcBef>
              <a:spcAft>
                <a:spcPts val="0"/>
              </a:spcAft>
              <a:buClr>
                <a:schemeClr val="dk1"/>
              </a:buClr>
              <a:buSzPts val="2400"/>
              <a:buFont typeface="Calibri"/>
              <a:buChar char="•"/>
            </a:pPr>
            <a:r>
              <a:rPr b="0" i="0" lang="en-US" sz="2400" u="none">
                <a:solidFill>
                  <a:schemeClr val="dk1"/>
                </a:solidFill>
                <a:latin typeface="Calibri"/>
                <a:ea typeface="Calibri"/>
                <a:cs typeface="Calibri"/>
                <a:sym typeface="Calibri"/>
              </a:rPr>
              <a:t>Pages of the process are brought into the main memory only when they are required otherwise they reside in the secondary storage.</a:t>
            </a:r>
            <a:endParaRPr/>
          </a:p>
          <a:p>
            <a:pPr indent="-152400" lvl="0" marL="0" rtl="0" algn="just">
              <a:lnSpc>
                <a:spcPct val="100000"/>
              </a:lnSpc>
              <a:spcBef>
                <a:spcPts val="480"/>
              </a:spcBef>
              <a:spcAft>
                <a:spcPts val="0"/>
              </a:spcAft>
              <a:buClr>
                <a:schemeClr val="dk1"/>
              </a:buClr>
              <a:buSzPts val="2400"/>
              <a:buFont typeface="Calibri"/>
              <a:buChar char="•"/>
            </a:pPr>
            <a:r>
              <a:rPr b="0" i="0" lang="en-US" sz="2400" u="none">
                <a:solidFill>
                  <a:schemeClr val="dk1"/>
                </a:solidFill>
                <a:latin typeface="Calibri"/>
                <a:ea typeface="Calibri"/>
                <a:cs typeface="Calibri"/>
                <a:sym typeface="Calibri"/>
              </a:rPr>
              <a:t>The pages are mapped to the frames in Paging, </a:t>
            </a:r>
            <a:r>
              <a:rPr b="0" i="0" lang="en-US" sz="2400" u="sng">
                <a:solidFill>
                  <a:schemeClr val="dk1"/>
                </a:solidFill>
                <a:latin typeface="Calibri"/>
                <a:ea typeface="Calibri"/>
                <a:cs typeface="Calibri"/>
                <a:sym typeface="Calibri"/>
              </a:rPr>
              <a:t>page size needs to be as same as frame size.</a:t>
            </a:r>
            <a:endParaRPr/>
          </a:p>
          <a:p>
            <a:pPr indent="0" lvl="0" marL="0" rtl="0" algn="just">
              <a:lnSpc>
                <a:spcPct val="100000"/>
              </a:lnSpc>
              <a:spcBef>
                <a:spcPts val="480"/>
              </a:spcBef>
              <a:spcAft>
                <a:spcPts val="0"/>
              </a:spcAft>
              <a:buClr>
                <a:schemeClr val="dk1"/>
              </a:buClr>
              <a:buSzPts val="2400"/>
              <a:buFont typeface="Calibri"/>
              <a:buNone/>
            </a:pPr>
            <a:br>
              <a:rPr b="0" i="0" lang="en-US" sz="2400" u="none">
                <a:solidFill>
                  <a:schemeClr val="dk1"/>
                </a:solidFill>
                <a:latin typeface="Calibri"/>
                <a:ea typeface="Calibri"/>
                <a:cs typeface="Calibri"/>
                <a:sym typeface="Calibri"/>
              </a:rPr>
            </a:b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pic>
        <p:nvPicPr>
          <p:cNvPr id="275" name="Google Shape;275;p44"/>
          <p:cNvPicPr preferRelativeResize="0"/>
          <p:nvPr/>
        </p:nvPicPr>
        <p:blipFill rotWithShape="1">
          <a:blip r:embed="rId3">
            <a:alphaModFix/>
          </a:blip>
          <a:srcRect b="0" l="0" r="0" t="0"/>
          <a:stretch/>
        </p:blipFill>
        <p:spPr>
          <a:xfrm>
            <a:off x="1828800" y="381000"/>
            <a:ext cx="6715125" cy="5257800"/>
          </a:xfrm>
          <a:prstGeom prst="rect">
            <a:avLst/>
          </a:prstGeom>
          <a:noFill/>
          <a:ln>
            <a:noFill/>
          </a:ln>
        </p:spPr>
      </p:pic>
      <p:sp>
        <p:nvSpPr>
          <p:cNvPr id="276" name="Google Shape;276;p44"/>
          <p:cNvSpPr txBox="1"/>
          <p:nvPr/>
        </p:nvSpPr>
        <p:spPr>
          <a:xfrm>
            <a:off x="3429000" y="6096000"/>
            <a:ext cx="2667000" cy="3698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800"/>
              <a:buFont typeface="Arial"/>
              <a:buNone/>
            </a:pPr>
            <a:r>
              <a:rPr b="0" i="0" lang="en-US" sz="1800" u="none">
                <a:solidFill>
                  <a:srgbClr val="FF0000"/>
                </a:solidFill>
                <a:latin typeface="Arial"/>
                <a:ea typeface="Arial"/>
                <a:cs typeface="Arial"/>
                <a:sym typeface="Arial"/>
              </a:rPr>
              <a:t>Paging concept</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pic>
        <p:nvPicPr>
          <p:cNvPr id="281" name="Google Shape;281;p45"/>
          <p:cNvPicPr preferRelativeResize="0"/>
          <p:nvPr/>
        </p:nvPicPr>
        <p:blipFill rotWithShape="1">
          <a:blip r:embed="rId3">
            <a:alphaModFix/>
          </a:blip>
          <a:srcRect b="0" l="0" r="0" t="0"/>
          <a:stretch/>
        </p:blipFill>
        <p:spPr>
          <a:xfrm>
            <a:off x="1371600" y="447675"/>
            <a:ext cx="7439025" cy="6162675"/>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pic>
        <p:nvPicPr>
          <p:cNvPr id="286" name="Google Shape;286;p46"/>
          <p:cNvPicPr preferRelativeResize="0"/>
          <p:nvPr/>
        </p:nvPicPr>
        <p:blipFill rotWithShape="1">
          <a:blip r:embed="rId3">
            <a:alphaModFix/>
          </a:blip>
          <a:srcRect b="0" l="0" r="0" t="0"/>
          <a:stretch/>
        </p:blipFill>
        <p:spPr>
          <a:xfrm>
            <a:off x="1295400" y="533400"/>
            <a:ext cx="7496175" cy="6067425"/>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grpSp>
        <p:nvGrpSpPr>
          <p:cNvPr id="291" name="Google Shape;291;p47"/>
          <p:cNvGrpSpPr/>
          <p:nvPr/>
        </p:nvGrpSpPr>
        <p:grpSpPr>
          <a:xfrm>
            <a:off x="890084" y="158750"/>
            <a:ext cx="7364535" cy="5775413"/>
            <a:chOff x="890016" y="158495"/>
            <a:chExt cx="7363968" cy="5775960"/>
          </a:xfrm>
        </p:grpSpPr>
        <p:sp>
          <p:nvSpPr>
            <p:cNvPr id="292" name="Google Shape;292;p47"/>
            <p:cNvSpPr txBox="1"/>
            <p:nvPr/>
          </p:nvSpPr>
          <p:spPr>
            <a:xfrm>
              <a:off x="890016" y="923544"/>
              <a:ext cx="7363968" cy="5010911"/>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93" name="Google Shape;293;p47"/>
            <p:cNvSpPr txBox="1"/>
            <p:nvPr/>
          </p:nvSpPr>
          <p:spPr>
            <a:xfrm>
              <a:off x="2029967" y="158495"/>
              <a:ext cx="5081015" cy="1135379"/>
            </a:xfrm>
            <a:prstGeom prst="rect">
              <a:avLst/>
            </a:prstGeom>
            <a:blipFill rotWithShape="1">
              <a:blip r:embed="rId4">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grpSp>
      <p:sp>
        <p:nvSpPr>
          <p:cNvPr id="294" name="Google Shape;294;p47"/>
          <p:cNvSpPr txBox="1"/>
          <p:nvPr>
            <p:ph type="title"/>
          </p:nvPr>
        </p:nvSpPr>
        <p:spPr>
          <a:xfrm>
            <a:off x="2352675" y="233362"/>
            <a:ext cx="4435475" cy="650875"/>
          </a:xfrm>
          <a:prstGeom prst="rect">
            <a:avLst/>
          </a:prstGeom>
          <a:noFill/>
          <a:ln>
            <a:noFill/>
          </a:ln>
        </p:spPr>
        <p:txBody>
          <a:bodyPr anchorCtr="0" anchor="t" bIns="0" lIns="0" spcFirstLastPara="1" rIns="0" wrap="square" tIns="12700">
            <a:spAutoFit/>
          </a:bodyPr>
          <a:lstStyle/>
          <a:p>
            <a:pPr indent="0" lvl="0" marL="12700" rtl="0" algn="ctr">
              <a:lnSpc>
                <a:spcPct val="100000"/>
              </a:lnSpc>
              <a:spcBef>
                <a:spcPts val="0"/>
              </a:spcBef>
              <a:spcAft>
                <a:spcPts val="0"/>
              </a:spcAft>
              <a:buClr>
                <a:srgbClr val="464646"/>
              </a:buClr>
              <a:buSzPts val="4100"/>
              <a:buFont typeface="Arial"/>
              <a:buNone/>
            </a:pPr>
            <a:r>
              <a:rPr b="1" i="0" lang="en-US" sz="4100" u="none">
                <a:solidFill>
                  <a:srgbClr val="464646"/>
                </a:solidFill>
                <a:latin typeface="Arial"/>
                <a:ea typeface="Arial"/>
                <a:cs typeface="Arial"/>
                <a:sym typeface="Arial"/>
              </a:rPr>
              <a:t>Address Mapping</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48"/>
          <p:cNvSpPr txBox="1"/>
          <p:nvPr/>
        </p:nvSpPr>
        <p:spPr>
          <a:xfrm>
            <a:off x="539750" y="188912"/>
            <a:ext cx="8166100" cy="5688012"/>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49"/>
          <p:cNvSpPr txBox="1"/>
          <p:nvPr>
            <p:ph type="title"/>
          </p:nvPr>
        </p:nvSpPr>
        <p:spPr>
          <a:xfrm>
            <a:off x="954087" y="217487"/>
            <a:ext cx="6742112" cy="1001712"/>
          </a:xfrm>
          <a:prstGeom prst="rect">
            <a:avLst/>
          </a:prstGeom>
          <a:noFill/>
          <a:ln>
            <a:noFill/>
          </a:ln>
        </p:spPr>
        <p:txBody>
          <a:bodyPr anchorCtr="0" anchor="t" bIns="0" lIns="0" spcFirstLastPara="1" rIns="0" wrap="square" tIns="0">
            <a:spAutoFit/>
          </a:bodyPr>
          <a:lstStyle/>
          <a:p>
            <a:pPr indent="0" lvl="0" marL="0" rtl="0" algn="ctr">
              <a:lnSpc>
                <a:spcPct val="100000"/>
              </a:lnSpc>
              <a:spcBef>
                <a:spcPts val="0"/>
              </a:spcBef>
              <a:spcAft>
                <a:spcPts val="0"/>
              </a:spcAft>
              <a:buClr>
                <a:srgbClr val="006FBF"/>
              </a:buClr>
              <a:buSzPts val="3200"/>
              <a:buFont typeface="Cambria"/>
              <a:buNone/>
            </a:pPr>
            <a:r>
              <a:rPr b="1" i="0" lang="en-US" sz="3200" u="none">
                <a:solidFill>
                  <a:srgbClr val="006FBF"/>
                </a:solidFill>
                <a:latin typeface="Cambria"/>
                <a:ea typeface="Cambria"/>
                <a:cs typeface="Cambria"/>
                <a:sym typeface="Cambria"/>
              </a:rPr>
              <a:t>Translation of logical Address into physical Address</a:t>
            </a:r>
            <a:br>
              <a:rPr b="1" i="0" lang="en-US" sz="3200" u="none">
                <a:solidFill>
                  <a:srgbClr val="006FBF"/>
                </a:solidFill>
                <a:latin typeface="Cambria"/>
                <a:ea typeface="Cambria"/>
                <a:cs typeface="Cambria"/>
                <a:sym typeface="Cambria"/>
              </a:rPr>
            </a:br>
            <a:br>
              <a:rPr b="1" i="0" lang="en-US" sz="3200" u="none">
                <a:solidFill>
                  <a:srgbClr val="006FBF"/>
                </a:solidFill>
                <a:latin typeface="Cambria"/>
                <a:ea typeface="Cambria"/>
                <a:cs typeface="Cambria"/>
                <a:sym typeface="Cambria"/>
              </a:rPr>
            </a:br>
            <a:endParaRPr/>
          </a:p>
        </p:txBody>
      </p:sp>
      <p:sp>
        <p:nvSpPr>
          <p:cNvPr id="305" name="Google Shape;305;p49"/>
          <p:cNvSpPr txBox="1"/>
          <p:nvPr>
            <p:ph idx="1" type="body"/>
          </p:nvPr>
        </p:nvSpPr>
        <p:spPr>
          <a:xfrm>
            <a:off x="992187" y="2057400"/>
            <a:ext cx="7578725" cy="2239962"/>
          </a:xfrm>
          <a:prstGeom prst="rect">
            <a:avLst/>
          </a:prstGeom>
          <a:noFill/>
          <a:ln>
            <a:noFill/>
          </a:ln>
        </p:spPr>
        <p:txBody>
          <a:bodyPr anchorCtr="0" anchor="t" bIns="0" lIns="0" spcFirstLastPara="1" rIns="0" wrap="square" tIns="0">
            <a:spAutoFit/>
          </a:bodyPr>
          <a:lstStyle/>
          <a:p>
            <a:pPr indent="-177800" lvl="0" marL="0" marR="0" rtl="0" algn="just">
              <a:lnSpc>
                <a:spcPct val="100000"/>
              </a:lnSpc>
              <a:spcBef>
                <a:spcPts val="0"/>
              </a:spcBef>
              <a:spcAft>
                <a:spcPts val="0"/>
              </a:spcAft>
              <a:buClr>
                <a:schemeClr val="dk1"/>
              </a:buClr>
              <a:buSzPts val="2800"/>
              <a:buFont typeface="Calibri"/>
              <a:buChar char="•"/>
            </a:pPr>
            <a:r>
              <a:rPr b="0" i="0" lang="en-US" sz="2800" u="none">
                <a:solidFill>
                  <a:schemeClr val="dk1"/>
                </a:solidFill>
                <a:latin typeface="Calibri"/>
                <a:ea typeface="Calibri"/>
                <a:cs typeface="Calibri"/>
                <a:sym typeface="Calibri"/>
              </a:rPr>
              <a:t>As a CPU always generates a </a:t>
            </a:r>
            <a:r>
              <a:rPr b="0" i="0" lang="en-US" sz="2800" u="sng">
                <a:solidFill>
                  <a:schemeClr val="hlink"/>
                </a:solidFill>
                <a:latin typeface="Calibri"/>
                <a:ea typeface="Calibri"/>
                <a:cs typeface="Calibri"/>
                <a:sym typeface="Calibri"/>
                <a:hlinkClick r:id="rId3"/>
              </a:rPr>
              <a:t>logical address</a:t>
            </a:r>
            <a:r>
              <a:rPr b="0" i="0" lang="en-US" sz="2800" u="none">
                <a:solidFill>
                  <a:schemeClr val="dk1"/>
                </a:solidFill>
                <a:latin typeface="Calibri"/>
                <a:ea typeface="Calibri"/>
                <a:cs typeface="Calibri"/>
                <a:sym typeface="Calibri"/>
              </a:rPr>
              <a:t> and we need a </a:t>
            </a:r>
            <a:r>
              <a:rPr b="0" i="0" lang="en-US" sz="2800" u="sng">
                <a:solidFill>
                  <a:schemeClr val="hlink"/>
                </a:solidFill>
                <a:latin typeface="Calibri"/>
                <a:ea typeface="Calibri"/>
                <a:cs typeface="Calibri"/>
                <a:sym typeface="Calibri"/>
                <a:hlinkClick r:id="rId4"/>
              </a:rPr>
              <a:t>physical address</a:t>
            </a:r>
            <a:r>
              <a:rPr b="0" i="0" lang="en-US" sz="2800" u="none">
                <a:solidFill>
                  <a:schemeClr val="dk1"/>
                </a:solidFill>
                <a:latin typeface="Calibri"/>
                <a:ea typeface="Calibri"/>
                <a:cs typeface="Calibri"/>
                <a:sym typeface="Calibri"/>
              </a:rPr>
              <a:t> for accessing the main memory. </a:t>
            </a:r>
            <a:endParaRPr/>
          </a:p>
          <a:p>
            <a:pPr indent="-177800" lvl="0" marL="0" marR="0" rtl="0" algn="just">
              <a:lnSpc>
                <a:spcPct val="100000"/>
              </a:lnSpc>
              <a:spcBef>
                <a:spcPts val="560"/>
              </a:spcBef>
              <a:spcAft>
                <a:spcPts val="0"/>
              </a:spcAft>
              <a:buClr>
                <a:schemeClr val="dk1"/>
              </a:buClr>
              <a:buSzPts val="2800"/>
              <a:buFont typeface="Calibri"/>
              <a:buChar char="•"/>
            </a:pPr>
            <a:r>
              <a:rPr b="0" i="0" lang="en-US" sz="2800" u="none">
                <a:solidFill>
                  <a:schemeClr val="dk1"/>
                </a:solidFill>
                <a:latin typeface="Calibri"/>
                <a:ea typeface="Calibri"/>
                <a:cs typeface="Calibri"/>
                <a:sym typeface="Calibri"/>
              </a:rPr>
              <a:t>This mapping is done by the MMU(memory management Unit) with the help of the </a:t>
            </a:r>
            <a:r>
              <a:rPr b="1" i="0" lang="en-US" sz="2800" u="none">
                <a:solidFill>
                  <a:schemeClr val="dk1"/>
                </a:solidFill>
                <a:latin typeface="Calibri"/>
                <a:ea typeface="Calibri"/>
                <a:cs typeface="Calibri"/>
                <a:sym typeface="Calibri"/>
              </a:rPr>
              <a:t>page table</a:t>
            </a:r>
            <a:r>
              <a:rPr b="0" i="0" lang="en-US" sz="2800" u="none">
                <a:solidFill>
                  <a:schemeClr val="dk1"/>
                </a:solidFill>
                <a:latin typeface="Calibri"/>
                <a:ea typeface="Calibri"/>
                <a:cs typeface="Calibri"/>
                <a:sym typeface="Calibri"/>
              </a:rPr>
              <a:t>. </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50"/>
          <p:cNvSpPr txBox="1"/>
          <p:nvPr>
            <p:ph type="title"/>
          </p:nvPr>
        </p:nvSpPr>
        <p:spPr>
          <a:xfrm>
            <a:off x="1146175" y="-80962"/>
            <a:ext cx="6854825" cy="1662112"/>
          </a:xfrm>
          <a:prstGeom prst="rect">
            <a:avLst/>
          </a:prstGeom>
          <a:noFill/>
          <a:ln>
            <a:noFill/>
          </a:ln>
        </p:spPr>
        <p:txBody>
          <a:bodyPr anchorCtr="0" anchor="t" bIns="0" lIns="0" spcFirstLastPara="1" rIns="0" wrap="square" tIns="0">
            <a:spAutoFit/>
          </a:bodyPr>
          <a:lstStyle/>
          <a:p>
            <a:pPr indent="0" lvl="0" marL="0" rtl="0" algn="ctr">
              <a:lnSpc>
                <a:spcPct val="100000"/>
              </a:lnSpc>
              <a:spcBef>
                <a:spcPts val="0"/>
              </a:spcBef>
              <a:spcAft>
                <a:spcPts val="0"/>
              </a:spcAft>
              <a:buClr>
                <a:srgbClr val="006FBF"/>
              </a:buClr>
              <a:buSzPts val="3600"/>
              <a:buFont typeface="Cambria"/>
              <a:buNone/>
            </a:pPr>
            <a:r>
              <a:rPr b="1" i="0" lang="en-US" sz="3600" u="none">
                <a:solidFill>
                  <a:srgbClr val="006FBF"/>
                </a:solidFill>
                <a:latin typeface="Cambria"/>
                <a:ea typeface="Cambria"/>
                <a:cs typeface="Cambria"/>
                <a:sym typeface="Cambria"/>
              </a:rPr>
              <a:t>Translation of logical Address into physical Address </a:t>
            </a:r>
            <a:r>
              <a:rPr b="1" i="0" lang="en-US" sz="2800" u="none">
                <a:solidFill>
                  <a:srgbClr val="006FBF"/>
                </a:solidFill>
                <a:latin typeface="Cambria"/>
                <a:ea typeface="Cambria"/>
                <a:cs typeface="Cambria"/>
                <a:sym typeface="Cambria"/>
              </a:rPr>
              <a:t>contd..</a:t>
            </a:r>
            <a:br>
              <a:rPr b="1" i="0" lang="en-US" sz="3600" u="none">
                <a:solidFill>
                  <a:srgbClr val="006FBF"/>
                </a:solidFill>
                <a:latin typeface="Cambria"/>
                <a:ea typeface="Cambria"/>
                <a:cs typeface="Cambria"/>
                <a:sym typeface="Cambria"/>
              </a:rPr>
            </a:br>
            <a:endParaRPr/>
          </a:p>
        </p:txBody>
      </p:sp>
      <p:sp>
        <p:nvSpPr>
          <p:cNvPr id="311" name="Google Shape;311;p50"/>
          <p:cNvSpPr txBox="1"/>
          <p:nvPr>
            <p:ph idx="1" type="body"/>
          </p:nvPr>
        </p:nvSpPr>
        <p:spPr>
          <a:xfrm>
            <a:off x="1108075" y="1633537"/>
            <a:ext cx="7807325" cy="4308475"/>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Clr>
                <a:schemeClr val="dk1"/>
              </a:buClr>
              <a:buSzPts val="2800"/>
              <a:buFont typeface="Calibri"/>
              <a:buNone/>
            </a:pPr>
            <a:r>
              <a:rPr b="1" i="0" lang="en-US" sz="2800" u="none">
                <a:solidFill>
                  <a:schemeClr val="dk1"/>
                </a:solidFill>
                <a:latin typeface="Calibri"/>
                <a:ea typeface="Calibri"/>
                <a:cs typeface="Calibri"/>
                <a:sym typeface="Calibri"/>
              </a:rPr>
              <a:t>Logical Address: </a:t>
            </a:r>
            <a:r>
              <a:rPr b="0" i="0" lang="en-US" sz="2800" u="none">
                <a:solidFill>
                  <a:schemeClr val="dk1"/>
                </a:solidFill>
                <a:latin typeface="Calibri"/>
                <a:ea typeface="Calibri"/>
                <a:cs typeface="Calibri"/>
                <a:sym typeface="Calibri"/>
              </a:rPr>
              <a:t>The logical address consists of two parts</a:t>
            </a:r>
            <a:r>
              <a:rPr b="1" i="0" lang="en-US" sz="2800" u="none">
                <a:solidFill>
                  <a:schemeClr val="dk1"/>
                </a:solidFill>
                <a:latin typeface="Calibri"/>
                <a:ea typeface="Calibri"/>
                <a:cs typeface="Calibri"/>
                <a:sym typeface="Calibri"/>
              </a:rPr>
              <a:t> page number</a:t>
            </a:r>
            <a:r>
              <a:rPr b="0" i="0" lang="en-US" sz="2800" u="none">
                <a:solidFill>
                  <a:schemeClr val="dk1"/>
                </a:solidFill>
                <a:latin typeface="Calibri"/>
                <a:ea typeface="Calibri"/>
                <a:cs typeface="Calibri"/>
                <a:sym typeface="Calibri"/>
              </a:rPr>
              <a:t> and </a:t>
            </a:r>
            <a:r>
              <a:rPr b="1" i="0" lang="en-US" sz="2800" u="none">
                <a:solidFill>
                  <a:schemeClr val="dk1"/>
                </a:solidFill>
                <a:latin typeface="Calibri"/>
                <a:ea typeface="Calibri"/>
                <a:cs typeface="Calibri"/>
                <a:sym typeface="Calibri"/>
              </a:rPr>
              <a:t>page offset.</a:t>
            </a:r>
            <a:endParaRPr/>
          </a:p>
          <a:p>
            <a:pPr indent="0" lvl="0" marL="0" rtl="0" algn="l">
              <a:lnSpc>
                <a:spcPct val="100000"/>
              </a:lnSpc>
              <a:spcBef>
                <a:spcPts val="560"/>
              </a:spcBef>
              <a:spcAft>
                <a:spcPts val="0"/>
              </a:spcAft>
              <a:buClr>
                <a:schemeClr val="dk1"/>
              </a:buClr>
              <a:buSzPts val="2800"/>
              <a:buFont typeface="Calibri"/>
              <a:buNone/>
            </a:pPr>
            <a:r>
              <a:t/>
            </a:r>
            <a:endParaRPr b="0" i="0" sz="2800" u="none">
              <a:solidFill>
                <a:schemeClr val="dk1"/>
              </a:solidFill>
              <a:latin typeface="Calibri"/>
              <a:ea typeface="Calibri"/>
              <a:cs typeface="Calibri"/>
              <a:sym typeface="Calibri"/>
            </a:endParaRPr>
          </a:p>
          <a:p>
            <a:pPr indent="0" lvl="0" marL="0" rtl="0" algn="l">
              <a:lnSpc>
                <a:spcPct val="100000"/>
              </a:lnSpc>
              <a:spcBef>
                <a:spcPts val="560"/>
              </a:spcBef>
              <a:spcAft>
                <a:spcPts val="0"/>
              </a:spcAft>
              <a:buClr>
                <a:schemeClr val="dk1"/>
              </a:buClr>
              <a:buSzPts val="2800"/>
              <a:buFont typeface="Calibri"/>
              <a:buNone/>
            </a:pPr>
            <a:r>
              <a:rPr b="1" i="0" lang="en-US" sz="2800" u="none">
                <a:solidFill>
                  <a:schemeClr val="dk1"/>
                </a:solidFill>
                <a:latin typeface="Calibri"/>
                <a:ea typeface="Calibri"/>
                <a:cs typeface="Calibri"/>
                <a:sym typeface="Calibri"/>
              </a:rPr>
              <a:t>1. Page Number:</a:t>
            </a:r>
            <a:r>
              <a:rPr b="0" i="0" lang="en-US" sz="2800" u="none">
                <a:solidFill>
                  <a:schemeClr val="dk1"/>
                </a:solidFill>
                <a:latin typeface="Calibri"/>
                <a:ea typeface="Calibri"/>
                <a:cs typeface="Calibri"/>
                <a:sym typeface="Calibri"/>
              </a:rPr>
              <a:t> It tells the </a:t>
            </a:r>
            <a:r>
              <a:rPr b="0" i="0" lang="en-US" sz="2800" u="sng">
                <a:solidFill>
                  <a:schemeClr val="dk1"/>
                </a:solidFill>
                <a:latin typeface="Calibri"/>
                <a:ea typeface="Calibri"/>
                <a:cs typeface="Calibri"/>
                <a:sym typeface="Calibri"/>
              </a:rPr>
              <a:t>exact page of the process </a:t>
            </a:r>
            <a:r>
              <a:rPr b="0" i="0" lang="en-US" sz="2800" u="none">
                <a:solidFill>
                  <a:schemeClr val="dk1"/>
                </a:solidFill>
                <a:latin typeface="Calibri"/>
                <a:ea typeface="Calibri"/>
                <a:cs typeface="Calibri"/>
                <a:sym typeface="Calibri"/>
              </a:rPr>
              <a:t>which the CPU wants to access.</a:t>
            </a:r>
            <a:endParaRPr/>
          </a:p>
          <a:p>
            <a:pPr indent="0" lvl="0" marL="0" rtl="0" algn="l">
              <a:lnSpc>
                <a:spcPct val="100000"/>
              </a:lnSpc>
              <a:spcBef>
                <a:spcPts val="560"/>
              </a:spcBef>
              <a:spcAft>
                <a:spcPts val="0"/>
              </a:spcAft>
              <a:buClr>
                <a:schemeClr val="dk1"/>
              </a:buClr>
              <a:buSzPts val="2800"/>
              <a:buFont typeface="Calibri"/>
              <a:buNone/>
            </a:pPr>
            <a:r>
              <a:rPr b="1" i="0" lang="en-US" sz="2800" u="none">
                <a:solidFill>
                  <a:schemeClr val="dk1"/>
                </a:solidFill>
                <a:latin typeface="Calibri"/>
                <a:ea typeface="Calibri"/>
                <a:cs typeface="Calibri"/>
                <a:sym typeface="Calibri"/>
              </a:rPr>
              <a:t>2. Page Offset:</a:t>
            </a:r>
            <a:r>
              <a:rPr b="0" i="0" lang="en-US" sz="2800" u="none">
                <a:solidFill>
                  <a:schemeClr val="dk1"/>
                </a:solidFill>
                <a:latin typeface="Calibri"/>
                <a:ea typeface="Calibri"/>
                <a:cs typeface="Calibri"/>
                <a:sym typeface="Calibri"/>
              </a:rPr>
              <a:t> It tells the </a:t>
            </a:r>
            <a:r>
              <a:rPr b="0" i="0" lang="en-US" sz="2800" u="sng">
                <a:solidFill>
                  <a:schemeClr val="dk1"/>
                </a:solidFill>
                <a:latin typeface="Calibri"/>
                <a:ea typeface="Calibri"/>
                <a:cs typeface="Calibri"/>
                <a:sym typeface="Calibri"/>
              </a:rPr>
              <a:t>exact word on that page </a:t>
            </a:r>
            <a:r>
              <a:rPr b="0" i="0" lang="en-US" sz="2800" u="none">
                <a:solidFill>
                  <a:schemeClr val="dk1"/>
                </a:solidFill>
                <a:latin typeface="Calibri"/>
                <a:ea typeface="Calibri"/>
                <a:cs typeface="Calibri"/>
                <a:sym typeface="Calibri"/>
              </a:rPr>
              <a:t>which the CPU wants to read.</a:t>
            </a:r>
            <a:endParaRPr/>
          </a:p>
          <a:p>
            <a:pPr indent="0" lvl="0" marL="0" rtl="0" algn="l">
              <a:lnSpc>
                <a:spcPct val="100000"/>
              </a:lnSpc>
              <a:spcBef>
                <a:spcPts val="560"/>
              </a:spcBef>
              <a:spcAft>
                <a:spcPts val="0"/>
              </a:spcAft>
              <a:buClr>
                <a:schemeClr val="dk1"/>
              </a:buClr>
              <a:buSzPts val="2800"/>
              <a:buFont typeface="Calibri"/>
              <a:buNone/>
            </a:pPr>
            <a:r>
              <a:t/>
            </a:r>
            <a:endParaRPr b="0" i="0" sz="2800" u="none">
              <a:solidFill>
                <a:schemeClr val="dk1"/>
              </a:solidFill>
              <a:latin typeface="Calibri"/>
              <a:ea typeface="Calibri"/>
              <a:cs typeface="Calibri"/>
              <a:sym typeface="Calibri"/>
            </a:endParaRPr>
          </a:p>
          <a:p>
            <a:pPr indent="0" lvl="0" marL="0" rtl="0" algn="l">
              <a:lnSpc>
                <a:spcPct val="100000"/>
              </a:lnSpc>
              <a:spcBef>
                <a:spcPts val="560"/>
              </a:spcBef>
              <a:spcAft>
                <a:spcPts val="0"/>
              </a:spcAft>
              <a:buClr>
                <a:schemeClr val="dk1"/>
              </a:buClr>
              <a:buSzPts val="2800"/>
              <a:buFont typeface="Calibri"/>
              <a:buNone/>
            </a:pPr>
            <a:r>
              <a:rPr b="1" i="0" lang="en-US" sz="2800" u="none">
                <a:solidFill>
                  <a:schemeClr val="dk1"/>
                </a:solidFill>
                <a:latin typeface="Calibri"/>
                <a:ea typeface="Calibri"/>
                <a:cs typeface="Calibri"/>
                <a:sym typeface="Calibri"/>
              </a:rPr>
              <a:t>Logical Address = Page Number + Page Offset</a:t>
            </a:r>
            <a:endParaRPr/>
          </a:p>
        </p:txBody>
      </p:sp>
      <p:pic>
        <p:nvPicPr>
          <p:cNvPr id="312" name="Google Shape;312;p50"/>
          <p:cNvPicPr preferRelativeResize="0"/>
          <p:nvPr/>
        </p:nvPicPr>
        <p:blipFill rotWithShape="1">
          <a:blip r:embed="rId3">
            <a:alphaModFix/>
          </a:blip>
          <a:srcRect b="0" l="0" r="0" t="0"/>
          <a:stretch/>
        </p:blipFill>
        <p:spPr>
          <a:xfrm>
            <a:off x="3276600" y="6099175"/>
            <a:ext cx="3057525" cy="733425"/>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51"/>
          <p:cNvSpPr txBox="1"/>
          <p:nvPr>
            <p:ph type="title"/>
          </p:nvPr>
        </p:nvSpPr>
        <p:spPr>
          <a:xfrm>
            <a:off x="1146175" y="-80962"/>
            <a:ext cx="7312025" cy="1662112"/>
          </a:xfrm>
          <a:prstGeom prst="rect">
            <a:avLst/>
          </a:prstGeom>
          <a:noFill/>
          <a:ln>
            <a:noFill/>
          </a:ln>
        </p:spPr>
        <p:txBody>
          <a:bodyPr anchorCtr="0" anchor="t" bIns="0" lIns="0" spcFirstLastPara="1" rIns="0" wrap="square" tIns="0">
            <a:spAutoFit/>
          </a:bodyPr>
          <a:lstStyle/>
          <a:p>
            <a:pPr indent="0" lvl="0" marL="0" rtl="0" algn="ctr">
              <a:lnSpc>
                <a:spcPct val="100000"/>
              </a:lnSpc>
              <a:spcBef>
                <a:spcPts val="0"/>
              </a:spcBef>
              <a:spcAft>
                <a:spcPts val="0"/>
              </a:spcAft>
              <a:buClr>
                <a:srgbClr val="006FBF"/>
              </a:buClr>
              <a:buSzPts val="3600"/>
              <a:buFont typeface="Cambria"/>
              <a:buNone/>
            </a:pPr>
            <a:r>
              <a:rPr b="1" i="0" lang="en-US" sz="3600" u="none">
                <a:solidFill>
                  <a:srgbClr val="006FBF"/>
                </a:solidFill>
                <a:latin typeface="Cambria"/>
                <a:ea typeface="Cambria"/>
                <a:cs typeface="Cambria"/>
                <a:sym typeface="Cambria"/>
              </a:rPr>
              <a:t>Translation of logical Address into physical Address </a:t>
            </a:r>
            <a:r>
              <a:rPr b="1" i="0" lang="en-US" sz="2800" u="none">
                <a:solidFill>
                  <a:srgbClr val="006FBF"/>
                </a:solidFill>
                <a:latin typeface="Cambria"/>
                <a:ea typeface="Cambria"/>
                <a:cs typeface="Cambria"/>
                <a:sym typeface="Cambria"/>
              </a:rPr>
              <a:t>contd..</a:t>
            </a:r>
            <a:br>
              <a:rPr b="1" i="0" lang="en-US" sz="3600" u="none">
                <a:solidFill>
                  <a:srgbClr val="006FBF"/>
                </a:solidFill>
                <a:latin typeface="Cambria"/>
                <a:ea typeface="Cambria"/>
                <a:cs typeface="Cambria"/>
                <a:sym typeface="Cambria"/>
              </a:rPr>
            </a:br>
            <a:endParaRPr/>
          </a:p>
        </p:txBody>
      </p:sp>
      <p:sp>
        <p:nvSpPr>
          <p:cNvPr id="318" name="Google Shape;318;p51"/>
          <p:cNvSpPr txBox="1"/>
          <p:nvPr>
            <p:ph idx="1" type="body"/>
          </p:nvPr>
        </p:nvSpPr>
        <p:spPr>
          <a:xfrm>
            <a:off x="955675" y="1828800"/>
            <a:ext cx="7693025" cy="4062412"/>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Clr>
                <a:schemeClr val="dk1"/>
              </a:buClr>
              <a:buSzPts val="2400"/>
              <a:buFont typeface="Calibri"/>
              <a:buNone/>
            </a:pPr>
            <a:r>
              <a:rPr b="1" i="0" lang="en-US" sz="2400" u="none">
                <a:solidFill>
                  <a:schemeClr val="dk1"/>
                </a:solidFill>
                <a:latin typeface="Calibri"/>
                <a:ea typeface="Calibri"/>
                <a:cs typeface="Calibri"/>
                <a:sym typeface="Calibri"/>
              </a:rPr>
              <a:t>Physical Address: </a:t>
            </a:r>
            <a:r>
              <a:rPr b="0" i="0" lang="en-US" sz="2400" u="none">
                <a:solidFill>
                  <a:schemeClr val="dk1"/>
                </a:solidFill>
                <a:latin typeface="Calibri"/>
                <a:ea typeface="Calibri"/>
                <a:cs typeface="Calibri"/>
                <a:sym typeface="Calibri"/>
              </a:rPr>
              <a:t>The physical address consists of two parts</a:t>
            </a:r>
            <a:r>
              <a:rPr b="1" i="0" lang="en-US" sz="2400" u="none">
                <a:solidFill>
                  <a:schemeClr val="dk1"/>
                </a:solidFill>
                <a:latin typeface="Calibri"/>
                <a:ea typeface="Calibri"/>
                <a:cs typeface="Calibri"/>
                <a:sym typeface="Calibri"/>
              </a:rPr>
              <a:t> frame number</a:t>
            </a:r>
            <a:r>
              <a:rPr b="0" i="0" lang="en-US" sz="2400" u="none">
                <a:solidFill>
                  <a:schemeClr val="dk1"/>
                </a:solidFill>
                <a:latin typeface="Calibri"/>
                <a:ea typeface="Calibri"/>
                <a:cs typeface="Calibri"/>
                <a:sym typeface="Calibri"/>
              </a:rPr>
              <a:t> and </a:t>
            </a:r>
            <a:r>
              <a:rPr b="1" i="0" lang="en-US" sz="2400" u="none">
                <a:solidFill>
                  <a:schemeClr val="dk1"/>
                </a:solidFill>
                <a:latin typeface="Calibri"/>
                <a:ea typeface="Calibri"/>
                <a:cs typeface="Calibri"/>
                <a:sym typeface="Calibri"/>
              </a:rPr>
              <a:t>page offset.</a:t>
            </a:r>
            <a:endParaRPr/>
          </a:p>
          <a:p>
            <a:pPr indent="0" lvl="0" marL="0" rtl="0" algn="l">
              <a:lnSpc>
                <a:spcPct val="100000"/>
              </a:lnSpc>
              <a:spcBef>
                <a:spcPts val="480"/>
              </a:spcBef>
              <a:spcAft>
                <a:spcPts val="0"/>
              </a:spcAft>
              <a:buClr>
                <a:schemeClr val="dk1"/>
              </a:buClr>
              <a:buSzPts val="2400"/>
              <a:buFont typeface="Calibri"/>
              <a:buNone/>
            </a:pPr>
            <a:r>
              <a:t/>
            </a:r>
            <a:endParaRPr b="0" i="0" sz="2400" u="none">
              <a:solidFill>
                <a:schemeClr val="dk1"/>
              </a:solidFill>
              <a:latin typeface="Calibri"/>
              <a:ea typeface="Calibri"/>
              <a:cs typeface="Calibri"/>
              <a:sym typeface="Calibri"/>
            </a:endParaRPr>
          </a:p>
          <a:p>
            <a:pPr indent="0" lvl="0" marL="0" rtl="0" algn="l">
              <a:lnSpc>
                <a:spcPct val="100000"/>
              </a:lnSpc>
              <a:spcBef>
                <a:spcPts val="480"/>
              </a:spcBef>
              <a:spcAft>
                <a:spcPts val="0"/>
              </a:spcAft>
              <a:buClr>
                <a:schemeClr val="dk1"/>
              </a:buClr>
              <a:buSzPts val="2400"/>
              <a:buFont typeface="Calibri"/>
              <a:buNone/>
            </a:pPr>
            <a:r>
              <a:rPr b="1" i="0" lang="en-US" sz="2400" u="none">
                <a:solidFill>
                  <a:schemeClr val="dk1"/>
                </a:solidFill>
                <a:latin typeface="Calibri"/>
                <a:ea typeface="Calibri"/>
                <a:cs typeface="Calibri"/>
                <a:sym typeface="Calibri"/>
              </a:rPr>
              <a:t>1. Frame Number:</a:t>
            </a:r>
            <a:r>
              <a:rPr b="0" i="0" lang="en-US" sz="2400" u="none">
                <a:solidFill>
                  <a:schemeClr val="dk1"/>
                </a:solidFill>
                <a:latin typeface="Calibri"/>
                <a:ea typeface="Calibri"/>
                <a:cs typeface="Calibri"/>
                <a:sym typeface="Calibri"/>
              </a:rPr>
              <a:t> It tells the </a:t>
            </a:r>
            <a:r>
              <a:rPr b="0" i="0" lang="en-US" sz="2400" u="sng">
                <a:solidFill>
                  <a:schemeClr val="dk1"/>
                </a:solidFill>
                <a:latin typeface="Calibri"/>
                <a:ea typeface="Calibri"/>
                <a:cs typeface="Calibri"/>
                <a:sym typeface="Calibri"/>
              </a:rPr>
              <a:t>exact frame where the page is stored</a:t>
            </a:r>
            <a:r>
              <a:rPr b="0" i="0" lang="en-US" sz="2400" u="none">
                <a:solidFill>
                  <a:schemeClr val="dk1"/>
                </a:solidFill>
                <a:latin typeface="Calibri"/>
                <a:ea typeface="Calibri"/>
                <a:cs typeface="Calibri"/>
                <a:sym typeface="Calibri"/>
              </a:rPr>
              <a:t> in physical memory.</a:t>
            </a:r>
            <a:endParaRPr/>
          </a:p>
          <a:p>
            <a:pPr indent="0" lvl="0" marL="0" rtl="0" algn="l">
              <a:lnSpc>
                <a:spcPct val="100000"/>
              </a:lnSpc>
              <a:spcBef>
                <a:spcPts val="480"/>
              </a:spcBef>
              <a:spcAft>
                <a:spcPts val="0"/>
              </a:spcAft>
              <a:buClr>
                <a:schemeClr val="dk1"/>
              </a:buClr>
              <a:buSzPts val="2400"/>
              <a:buFont typeface="Calibri"/>
              <a:buNone/>
            </a:pPr>
            <a:r>
              <a:rPr b="1" i="0" lang="en-US" sz="2400" u="none">
                <a:solidFill>
                  <a:schemeClr val="dk1"/>
                </a:solidFill>
                <a:latin typeface="Calibri"/>
                <a:ea typeface="Calibri"/>
                <a:cs typeface="Calibri"/>
                <a:sym typeface="Calibri"/>
              </a:rPr>
              <a:t>2. Page Offset:</a:t>
            </a:r>
            <a:r>
              <a:rPr b="0" i="0" lang="en-US" sz="2400" u="none">
                <a:solidFill>
                  <a:schemeClr val="dk1"/>
                </a:solidFill>
                <a:latin typeface="Calibri"/>
                <a:ea typeface="Calibri"/>
                <a:cs typeface="Calibri"/>
                <a:sym typeface="Calibri"/>
              </a:rPr>
              <a:t> It tells the </a:t>
            </a:r>
            <a:r>
              <a:rPr b="0" i="0" lang="en-US" sz="2400" u="sng">
                <a:solidFill>
                  <a:schemeClr val="dk1"/>
                </a:solidFill>
                <a:latin typeface="Calibri"/>
                <a:ea typeface="Calibri"/>
                <a:cs typeface="Calibri"/>
                <a:sym typeface="Calibri"/>
              </a:rPr>
              <a:t>exact word on that page </a:t>
            </a:r>
            <a:r>
              <a:rPr b="0" i="0" lang="en-US" sz="2400" u="none">
                <a:solidFill>
                  <a:schemeClr val="dk1"/>
                </a:solidFill>
                <a:latin typeface="Calibri"/>
                <a:ea typeface="Calibri"/>
                <a:cs typeface="Calibri"/>
                <a:sym typeface="Calibri"/>
              </a:rPr>
              <a:t>which the CPU wants to read. It requires no translation as the page size is the same as the frame size.</a:t>
            </a:r>
            <a:endParaRPr/>
          </a:p>
          <a:p>
            <a:pPr indent="0" lvl="0" marL="0" rtl="0" algn="l">
              <a:lnSpc>
                <a:spcPct val="100000"/>
              </a:lnSpc>
              <a:spcBef>
                <a:spcPts val="480"/>
              </a:spcBef>
              <a:spcAft>
                <a:spcPts val="0"/>
              </a:spcAft>
              <a:buClr>
                <a:schemeClr val="dk1"/>
              </a:buClr>
              <a:buSzPts val="2400"/>
              <a:buFont typeface="Calibri"/>
              <a:buNone/>
            </a:pPr>
            <a:r>
              <a:t/>
            </a:r>
            <a:endParaRPr b="1" i="0" sz="2400" u="none">
              <a:solidFill>
                <a:schemeClr val="dk1"/>
              </a:solidFill>
              <a:latin typeface="Calibri"/>
              <a:ea typeface="Calibri"/>
              <a:cs typeface="Calibri"/>
              <a:sym typeface="Calibri"/>
            </a:endParaRPr>
          </a:p>
          <a:p>
            <a:pPr indent="0" lvl="0" marL="0" rtl="0" algn="l">
              <a:lnSpc>
                <a:spcPct val="100000"/>
              </a:lnSpc>
              <a:spcBef>
                <a:spcPts val="480"/>
              </a:spcBef>
              <a:spcAft>
                <a:spcPts val="0"/>
              </a:spcAft>
              <a:buClr>
                <a:schemeClr val="dk1"/>
              </a:buClr>
              <a:buSzPts val="2400"/>
              <a:buFont typeface="Calibri"/>
              <a:buNone/>
            </a:pPr>
            <a:r>
              <a:rPr b="1" i="0" lang="en-US" sz="2400" u="none">
                <a:solidFill>
                  <a:schemeClr val="dk1"/>
                </a:solidFill>
                <a:latin typeface="Calibri"/>
                <a:ea typeface="Calibri"/>
                <a:cs typeface="Calibri"/>
                <a:sym typeface="Calibri"/>
              </a:rPr>
              <a:t>Physical Address = Frame Number + Page Offset</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52"/>
          <p:cNvSpPr txBox="1"/>
          <p:nvPr>
            <p:ph type="title"/>
          </p:nvPr>
        </p:nvSpPr>
        <p:spPr>
          <a:xfrm>
            <a:off x="1146175" y="-80962"/>
            <a:ext cx="7235825" cy="1724025"/>
          </a:xfrm>
          <a:prstGeom prst="rect">
            <a:avLst/>
          </a:prstGeom>
          <a:noFill/>
          <a:ln>
            <a:noFill/>
          </a:ln>
        </p:spPr>
        <p:txBody>
          <a:bodyPr anchorCtr="0" anchor="t" bIns="0" lIns="0" spcFirstLastPara="1" rIns="0" wrap="square" tIns="0">
            <a:spAutoFit/>
          </a:bodyPr>
          <a:lstStyle/>
          <a:p>
            <a:pPr indent="0" lvl="0" marL="0" rtl="0" algn="ctr">
              <a:lnSpc>
                <a:spcPct val="100000"/>
              </a:lnSpc>
              <a:spcBef>
                <a:spcPts val="0"/>
              </a:spcBef>
              <a:spcAft>
                <a:spcPts val="0"/>
              </a:spcAft>
              <a:buClr>
                <a:srgbClr val="006FBF"/>
              </a:buClr>
              <a:buSzPts val="3600"/>
              <a:buFont typeface="Cambria"/>
              <a:buNone/>
            </a:pPr>
            <a:r>
              <a:rPr b="1" i="0" lang="en-US" sz="3600" u="none">
                <a:solidFill>
                  <a:srgbClr val="006FBF"/>
                </a:solidFill>
                <a:latin typeface="Cambria"/>
                <a:ea typeface="Cambria"/>
                <a:cs typeface="Cambria"/>
                <a:sym typeface="Cambria"/>
              </a:rPr>
              <a:t>Translation of logical Address into physical Address </a:t>
            </a:r>
            <a:r>
              <a:rPr b="1" i="0" lang="en-US" sz="2800" u="none">
                <a:solidFill>
                  <a:srgbClr val="006FBF"/>
                </a:solidFill>
                <a:latin typeface="Cambria"/>
                <a:ea typeface="Cambria"/>
                <a:cs typeface="Cambria"/>
                <a:sym typeface="Cambria"/>
              </a:rPr>
              <a:t>contd..</a:t>
            </a:r>
            <a:br>
              <a:rPr b="1" i="0" lang="en-US" sz="3600" u="none">
                <a:solidFill>
                  <a:srgbClr val="006FBF"/>
                </a:solidFill>
                <a:latin typeface="Cambria"/>
                <a:ea typeface="Cambria"/>
                <a:cs typeface="Cambria"/>
                <a:sym typeface="Cambria"/>
              </a:rPr>
            </a:br>
            <a:endParaRPr/>
          </a:p>
        </p:txBody>
      </p:sp>
      <p:sp>
        <p:nvSpPr>
          <p:cNvPr id="324" name="Google Shape;324;p52"/>
          <p:cNvSpPr txBox="1"/>
          <p:nvPr>
            <p:ph idx="1" type="body"/>
          </p:nvPr>
        </p:nvSpPr>
        <p:spPr>
          <a:xfrm>
            <a:off x="1108075" y="1633537"/>
            <a:ext cx="7731125" cy="4505325"/>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Clr>
                <a:schemeClr val="dk1"/>
              </a:buClr>
              <a:buSzPts val="2400"/>
              <a:buFont typeface="Calibri"/>
              <a:buNone/>
            </a:pPr>
            <a:r>
              <a:rPr b="1" i="0" lang="en-US" sz="2400" u="none">
                <a:solidFill>
                  <a:schemeClr val="dk1"/>
                </a:solidFill>
                <a:latin typeface="Calibri"/>
                <a:ea typeface="Calibri"/>
                <a:cs typeface="Calibri"/>
                <a:sym typeface="Calibri"/>
              </a:rPr>
              <a:t>Page table:</a:t>
            </a:r>
            <a:r>
              <a:rPr b="0" i="0" lang="en-US" sz="2400" u="none">
                <a:solidFill>
                  <a:schemeClr val="dk1"/>
                </a:solidFill>
                <a:latin typeface="Calibri"/>
                <a:ea typeface="Calibri"/>
                <a:cs typeface="Calibri"/>
                <a:sym typeface="Calibri"/>
              </a:rPr>
              <a:t> </a:t>
            </a:r>
            <a:endParaRPr/>
          </a:p>
          <a:p>
            <a:pPr indent="-152400" lvl="0" marL="0" rtl="0" algn="l">
              <a:lnSpc>
                <a:spcPct val="100000"/>
              </a:lnSpc>
              <a:spcBef>
                <a:spcPts val="480"/>
              </a:spcBef>
              <a:spcAft>
                <a:spcPts val="0"/>
              </a:spcAft>
              <a:buClr>
                <a:schemeClr val="dk1"/>
              </a:buClr>
              <a:buSzPts val="2400"/>
              <a:buFont typeface="Calibri"/>
              <a:buChar char="•"/>
            </a:pPr>
            <a:r>
              <a:rPr b="0" i="0" lang="en-US" sz="2400" u="sng">
                <a:solidFill>
                  <a:schemeClr val="dk1"/>
                </a:solidFill>
                <a:latin typeface="Calibri"/>
                <a:ea typeface="Calibri"/>
                <a:cs typeface="Calibri"/>
                <a:sym typeface="Calibri"/>
              </a:rPr>
              <a:t>A page table contains the frame number </a:t>
            </a:r>
            <a:r>
              <a:rPr b="0" i="0" lang="en-US" sz="2400" u="none">
                <a:solidFill>
                  <a:schemeClr val="dk1"/>
                </a:solidFill>
                <a:latin typeface="Calibri"/>
                <a:ea typeface="Calibri"/>
                <a:cs typeface="Calibri"/>
                <a:sym typeface="Calibri"/>
              </a:rPr>
              <a:t>corresponding to the page number of some specific process. </a:t>
            </a:r>
            <a:endParaRPr/>
          </a:p>
          <a:p>
            <a:pPr indent="0" lvl="0" marL="0" rtl="0" algn="l">
              <a:lnSpc>
                <a:spcPct val="100000"/>
              </a:lnSpc>
              <a:spcBef>
                <a:spcPts val="480"/>
              </a:spcBef>
              <a:spcAft>
                <a:spcPts val="0"/>
              </a:spcAft>
              <a:buClr>
                <a:schemeClr val="dk1"/>
              </a:buClr>
              <a:buSzPts val="2400"/>
              <a:buFont typeface="Calibri"/>
              <a:buNone/>
            </a:pPr>
            <a:r>
              <a:t/>
            </a:r>
            <a:endParaRPr b="0" i="0" sz="2400" u="none">
              <a:solidFill>
                <a:schemeClr val="dk1"/>
              </a:solidFill>
              <a:latin typeface="Calibri"/>
              <a:ea typeface="Calibri"/>
              <a:cs typeface="Calibri"/>
              <a:sym typeface="Calibri"/>
            </a:endParaRPr>
          </a:p>
          <a:p>
            <a:pPr indent="-152400" lvl="0" marL="0" rtl="0" algn="l">
              <a:lnSpc>
                <a:spcPct val="100000"/>
              </a:lnSpc>
              <a:spcBef>
                <a:spcPts val="480"/>
              </a:spcBef>
              <a:spcAft>
                <a:spcPts val="0"/>
              </a:spcAft>
              <a:buClr>
                <a:schemeClr val="dk1"/>
              </a:buClr>
              <a:buSzPts val="2400"/>
              <a:buFont typeface="Calibri"/>
              <a:buChar char="•"/>
            </a:pPr>
            <a:r>
              <a:rPr b="0" i="0" lang="en-US" sz="2400" u="none">
                <a:solidFill>
                  <a:schemeClr val="dk1"/>
                </a:solidFill>
                <a:latin typeface="Calibri"/>
                <a:ea typeface="Calibri"/>
                <a:cs typeface="Calibri"/>
                <a:sym typeface="Calibri"/>
              </a:rPr>
              <a:t>The </a:t>
            </a:r>
            <a:r>
              <a:rPr b="0" i="0" lang="en-US" sz="2400" u="sng">
                <a:solidFill>
                  <a:schemeClr val="dk1"/>
                </a:solidFill>
                <a:latin typeface="Calibri"/>
                <a:ea typeface="Calibri"/>
                <a:cs typeface="Calibri"/>
                <a:sym typeface="Calibri"/>
              </a:rPr>
              <a:t>page table maps the page number to its actual location (frame number) in the memory.</a:t>
            </a:r>
            <a:endParaRPr/>
          </a:p>
          <a:p>
            <a:pPr indent="0" lvl="0" marL="0" rtl="0" algn="l">
              <a:lnSpc>
                <a:spcPct val="100000"/>
              </a:lnSpc>
              <a:spcBef>
                <a:spcPts val="480"/>
              </a:spcBef>
              <a:spcAft>
                <a:spcPts val="0"/>
              </a:spcAft>
              <a:buClr>
                <a:schemeClr val="dk1"/>
              </a:buClr>
              <a:buSzPts val="2400"/>
              <a:buFont typeface="Calibri"/>
              <a:buNone/>
            </a:pPr>
            <a:r>
              <a:t/>
            </a:r>
            <a:endParaRPr b="0" i="0" sz="2400" u="sng">
              <a:solidFill>
                <a:schemeClr val="dk1"/>
              </a:solidFill>
              <a:latin typeface="Calibri"/>
              <a:ea typeface="Calibri"/>
              <a:cs typeface="Calibri"/>
              <a:sym typeface="Calibri"/>
            </a:endParaRPr>
          </a:p>
          <a:p>
            <a:pPr indent="-152400" lvl="0" marL="0" rtl="0" algn="l">
              <a:lnSpc>
                <a:spcPct val="100000"/>
              </a:lnSpc>
              <a:spcBef>
                <a:spcPts val="480"/>
              </a:spcBef>
              <a:spcAft>
                <a:spcPts val="0"/>
              </a:spcAft>
              <a:buClr>
                <a:schemeClr val="dk1"/>
              </a:buClr>
              <a:buSzPts val="2400"/>
              <a:buFont typeface="Calibri"/>
              <a:buChar char="•"/>
            </a:pPr>
            <a:r>
              <a:rPr b="0" i="0" lang="en-US" sz="2400" u="none">
                <a:solidFill>
                  <a:schemeClr val="dk1"/>
                </a:solidFill>
                <a:latin typeface="Calibri"/>
                <a:ea typeface="Calibri"/>
                <a:cs typeface="Calibri"/>
                <a:sym typeface="Calibri"/>
              </a:rPr>
              <a:t>So, </a:t>
            </a:r>
            <a:r>
              <a:rPr b="0" i="0" lang="en-US" sz="2400" u="sng">
                <a:solidFill>
                  <a:schemeClr val="dk1"/>
                </a:solidFill>
                <a:latin typeface="Calibri"/>
                <a:ea typeface="Calibri"/>
                <a:cs typeface="Calibri"/>
                <a:sym typeface="Calibri"/>
              </a:rPr>
              <a:t>each process will have its own page table</a:t>
            </a:r>
            <a:r>
              <a:rPr b="0" i="0" lang="en-US" sz="2400" u="none">
                <a:solidFill>
                  <a:schemeClr val="dk1"/>
                </a:solidFill>
                <a:latin typeface="Calibri"/>
                <a:ea typeface="Calibri"/>
                <a:cs typeface="Calibri"/>
                <a:sym typeface="Calibri"/>
              </a:rPr>
              <a:t>. A register called Page Table Base Register(</a:t>
            </a:r>
            <a:r>
              <a:rPr b="0" i="0" lang="en-US" sz="2400" u="sng">
                <a:solidFill>
                  <a:schemeClr val="dk1"/>
                </a:solidFill>
                <a:latin typeface="Calibri"/>
                <a:ea typeface="Calibri"/>
                <a:cs typeface="Calibri"/>
                <a:sym typeface="Calibri"/>
              </a:rPr>
              <a:t>PTBR</a:t>
            </a:r>
            <a:r>
              <a:rPr b="0" i="0" lang="en-US" sz="2400" u="none">
                <a:solidFill>
                  <a:schemeClr val="dk1"/>
                </a:solidFill>
                <a:latin typeface="Calibri"/>
                <a:ea typeface="Calibri"/>
                <a:cs typeface="Calibri"/>
                <a:sym typeface="Calibri"/>
              </a:rPr>
              <a:t>) which holds the base value of the page table.</a:t>
            </a:r>
            <a:endParaRPr/>
          </a:p>
          <a:p>
            <a:pPr indent="0" lvl="0" marL="0" rtl="0" algn="l">
              <a:spcBef>
                <a:spcPts val="480"/>
              </a:spcBef>
              <a:spcAft>
                <a:spcPts val="0"/>
              </a:spcAft>
              <a:buClr>
                <a:schemeClr val="dk1"/>
              </a:buClr>
              <a:buSzPts val="2400"/>
              <a:buFont typeface="Calibri"/>
              <a:buNone/>
            </a:pPr>
            <a:r>
              <a:t/>
            </a:r>
            <a:endParaRPr b="0" i="0" sz="2400" u="none">
              <a:solidFill>
                <a:schemeClr val="dk1"/>
              </a:solidFill>
              <a:latin typeface="Calibri"/>
              <a:ea typeface="Calibri"/>
              <a:cs typeface="Calibri"/>
              <a:sym typeface="Calibri"/>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p53"/>
          <p:cNvSpPr txBox="1"/>
          <p:nvPr>
            <p:ph type="title"/>
          </p:nvPr>
        </p:nvSpPr>
        <p:spPr>
          <a:xfrm>
            <a:off x="1066800" y="381000"/>
            <a:ext cx="6851650" cy="615950"/>
          </a:xfrm>
          <a:prstGeom prst="rect">
            <a:avLst/>
          </a:prstGeom>
          <a:noFill/>
          <a:ln>
            <a:noFill/>
          </a:ln>
        </p:spPr>
        <p:txBody>
          <a:bodyPr anchorCtr="0" anchor="t" bIns="0" lIns="0" spcFirstLastPara="1" rIns="0" wrap="square" tIns="0">
            <a:spAutoFit/>
          </a:bodyPr>
          <a:lstStyle/>
          <a:p>
            <a:pPr indent="0" lvl="0" marL="0" rtl="0" algn="ctr">
              <a:lnSpc>
                <a:spcPct val="100000"/>
              </a:lnSpc>
              <a:spcBef>
                <a:spcPts val="0"/>
              </a:spcBef>
              <a:spcAft>
                <a:spcPts val="0"/>
              </a:spcAft>
              <a:buClr>
                <a:srgbClr val="006FBF"/>
              </a:buClr>
              <a:buSzPts val="4000"/>
              <a:buFont typeface="Cambria"/>
              <a:buNone/>
            </a:pPr>
            <a:r>
              <a:rPr b="1" i="0" lang="en-US" sz="4000" u="none">
                <a:solidFill>
                  <a:srgbClr val="006FBF"/>
                </a:solidFill>
                <a:latin typeface="Cambria"/>
                <a:ea typeface="Cambria"/>
                <a:cs typeface="Cambria"/>
                <a:sym typeface="Cambria"/>
              </a:rPr>
              <a:t>How is the translation done?</a:t>
            </a:r>
            <a:endParaRPr/>
          </a:p>
        </p:txBody>
      </p:sp>
      <p:sp>
        <p:nvSpPr>
          <p:cNvPr id="330" name="Google Shape;330;p53"/>
          <p:cNvSpPr txBox="1"/>
          <p:nvPr>
            <p:ph idx="1" type="body"/>
          </p:nvPr>
        </p:nvSpPr>
        <p:spPr>
          <a:xfrm>
            <a:off x="1066800" y="1676400"/>
            <a:ext cx="7769225" cy="4989512"/>
          </a:xfrm>
          <a:prstGeom prst="rect">
            <a:avLst/>
          </a:prstGeom>
          <a:noFill/>
          <a:ln>
            <a:noFill/>
          </a:ln>
        </p:spPr>
        <p:txBody>
          <a:bodyPr anchorCtr="0" anchor="t" bIns="0" lIns="0" spcFirstLastPara="1" rIns="0" wrap="square" tIns="0">
            <a:spAutoFit/>
          </a:bodyPr>
          <a:lstStyle/>
          <a:p>
            <a:pPr indent="-177800" lvl="0" marL="0" rtl="0" algn="l">
              <a:lnSpc>
                <a:spcPct val="100000"/>
              </a:lnSpc>
              <a:spcBef>
                <a:spcPts val="0"/>
              </a:spcBef>
              <a:spcAft>
                <a:spcPts val="0"/>
              </a:spcAft>
              <a:buClr>
                <a:schemeClr val="dk1"/>
              </a:buClr>
              <a:buSzPts val="2800"/>
              <a:buFont typeface="Calibri"/>
              <a:buChar char="•"/>
            </a:pPr>
            <a:r>
              <a:rPr b="0" i="0" lang="en-US" sz="2800" u="none">
                <a:solidFill>
                  <a:schemeClr val="dk1"/>
                </a:solidFill>
                <a:latin typeface="Calibri"/>
                <a:ea typeface="Calibri"/>
                <a:cs typeface="Calibri"/>
                <a:sym typeface="Calibri"/>
              </a:rPr>
              <a:t>The CPU generates the logical address which contains the </a:t>
            </a:r>
            <a:r>
              <a:rPr b="1" i="0" lang="en-US" sz="2800" u="none">
                <a:solidFill>
                  <a:schemeClr val="dk1"/>
                </a:solidFill>
                <a:latin typeface="Calibri"/>
                <a:ea typeface="Calibri"/>
                <a:cs typeface="Calibri"/>
                <a:sym typeface="Calibri"/>
              </a:rPr>
              <a:t>page number</a:t>
            </a:r>
            <a:r>
              <a:rPr b="0" i="0" lang="en-US" sz="2800" u="none">
                <a:solidFill>
                  <a:schemeClr val="dk1"/>
                </a:solidFill>
                <a:latin typeface="Calibri"/>
                <a:ea typeface="Calibri"/>
                <a:cs typeface="Calibri"/>
                <a:sym typeface="Calibri"/>
              </a:rPr>
              <a:t> and the </a:t>
            </a:r>
            <a:r>
              <a:rPr b="1" i="0" lang="en-US" sz="2800" u="none">
                <a:solidFill>
                  <a:schemeClr val="dk1"/>
                </a:solidFill>
                <a:latin typeface="Calibri"/>
                <a:ea typeface="Calibri"/>
                <a:cs typeface="Calibri"/>
                <a:sym typeface="Calibri"/>
              </a:rPr>
              <a:t>page offset</a:t>
            </a:r>
            <a:r>
              <a:rPr b="0" i="0" lang="en-US" sz="2800" u="none">
                <a:solidFill>
                  <a:schemeClr val="dk1"/>
                </a:solidFill>
                <a:latin typeface="Calibri"/>
                <a:ea typeface="Calibri"/>
                <a:cs typeface="Calibri"/>
                <a:sym typeface="Calibri"/>
              </a:rPr>
              <a:t>. </a:t>
            </a:r>
            <a:endParaRPr/>
          </a:p>
          <a:p>
            <a:pPr indent="-177800" lvl="0" marL="0" rtl="0" algn="l">
              <a:lnSpc>
                <a:spcPct val="100000"/>
              </a:lnSpc>
              <a:spcBef>
                <a:spcPts val="560"/>
              </a:spcBef>
              <a:spcAft>
                <a:spcPts val="0"/>
              </a:spcAft>
              <a:buClr>
                <a:schemeClr val="dk1"/>
              </a:buClr>
              <a:buSzPts val="2800"/>
              <a:buFont typeface="Calibri"/>
              <a:buChar char="•"/>
            </a:pPr>
            <a:r>
              <a:rPr b="0" i="0" lang="en-US" sz="2800" u="none">
                <a:solidFill>
                  <a:schemeClr val="dk1"/>
                </a:solidFill>
                <a:latin typeface="Calibri"/>
                <a:ea typeface="Calibri"/>
                <a:cs typeface="Calibri"/>
                <a:sym typeface="Calibri"/>
              </a:rPr>
              <a:t>The PTBR register contains the address of the page table.</a:t>
            </a:r>
            <a:endParaRPr/>
          </a:p>
          <a:p>
            <a:pPr indent="-177800" lvl="0" marL="0" rtl="0" algn="l">
              <a:lnSpc>
                <a:spcPct val="100000"/>
              </a:lnSpc>
              <a:spcBef>
                <a:spcPts val="560"/>
              </a:spcBef>
              <a:spcAft>
                <a:spcPts val="0"/>
              </a:spcAft>
              <a:buClr>
                <a:schemeClr val="dk1"/>
              </a:buClr>
              <a:buSzPts val="2800"/>
              <a:buFont typeface="Calibri"/>
              <a:buChar char="•"/>
            </a:pPr>
            <a:r>
              <a:rPr b="0" i="0" lang="en-US" sz="2800" u="none">
                <a:solidFill>
                  <a:schemeClr val="dk1"/>
                </a:solidFill>
                <a:latin typeface="Calibri"/>
                <a:ea typeface="Calibri"/>
                <a:cs typeface="Calibri"/>
                <a:sym typeface="Calibri"/>
              </a:rPr>
              <a:t> Now, the page table helps in determining the</a:t>
            </a:r>
            <a:r>
              <a:rPr b="1" i="0" lang="en-US" sz="2800" u="none">
                <a:solidFill>
                  <a:schemeClr val="dk1"/>
                </a:solidFill>
                <a:latin typeface="Calibri"/>
                <a:ea typeface="Calibri"/>
                <a:cs typeface="Calibri"/>
                <a:sym typeface="Calibri"/>
              </a:rPr>
              <a:t> frame number </a:t>
            </a:r>
            <a:r>
              <a:rPr b="0" i="0" lang="en-US" sz="2800" u="none">
                <a:solidFill>
                  <a:schemeClr val="dk1"/>
                </a:solidFill>
                <a:latin typeface="Calibri"/>
                <a:ea typeface="Calibri"/>
                <a:cs typeface="Calibri"/>
                <a:sym typeface="Calibri"/>
              </a:rPr>
              <a:t>corresponding to the page number.</a:t>
            </a:r>
            <a:endParaRPr/>
          </a:p>
          <a:p>
            <a:pPr indent="-177800" lvl="0" marL="0" rtl="0" algn="l">
              <a:lnSpc>
                <a:spcPct val="100000"/>
              </a:lnSpc>
              <a:spcBef>
                <a:spcPts val="560"/>
              </a:spcBef>
              <a:spcAft>
                <a:spcPts val="0"/>
              </a:spcAft>
              <a:buClr>
                <a:schemeClr val="dk1"/>
              </a:buClr>
              <a:buSzPts val="2800"/>
              <a:buFont typeface="Calibri"/>
              <a:buChar char="•"/>
            </a:pPr>
            <a:r>
              <a:rPr b="0" i="0" lang="en-US" sz="2800" u="none">
                <a:solidFill>
                  <a:schemeClr val="dk1"/>
                </a:solidFill>
                <a:latin typeface="Calibri"/>
                <a:ea typeface="Calibri"/>
                <a:cs typeface="Calibri"/>
                <a:sym typeface="Calibri"/>
              </a:rPr>
              <a:t> Now, with the help of frame number and the page offset the physical address is determined and the page is accessed in the main memory.</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pic>
        <p:nvPicPr>
          <p:cNvPr id="335" name="Google Shape;335;p54"/>
          <p:cNvPicPr preferRelativeResize="0"/>
          <p:nvPr/>
        </p:nvPicPr>
        <p:blipFill rotWithShape="1">
          <a:blip r:embed="rId3">
            <a:alphaModFix/>
          </a:blip>
          <a:srcRect b="0" l="0" r="0" t="0"/>
          <a:stretch/>
        </p:blipFill>
        <p:spPr>
          <a:xfrm>
            <a:off x="1219200" y="609600"/>
            <a:ext cx="6600825" cy="5286375"/>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p55"/>
          <p:cNvSpPr txBox="1"/>
          <p:nvPr>
            <p:ph type="title"/>
          </p:nvPr>
        </p:nvSpPr>
        <p:spPr>
          <a:xfrm>
            <a:off x="954087" y="152400"/>
            <a:ext cx="6851650" cy="1230312"/>
          </a:xfrm>
          <a:prstGeom prst="rect">
            <a:avLst/>
          </a:prstGeom>
          <a:noFill/>
          <a:ln>
            <a:noFill/>
          </a:ln>
        </p:spPr>
        <p:txBody>
          <a:bodyPr anchorCtr="0" anchor="t" bIns="0" lIns="0" spcFirstLastPara="1" rIns="0" wrap="square" tIns="0">
            <a:spAutoFit/>
          </a:bodyPr>
          <a:lstStyle/>
          <a:p>
            <a:pPr indent="0" lvl="0" marL="0" rtl="0" algn="ctr">
              <a:lnSpc>
                <a:spcPct val="100000"/>
              </a:lnSpc>
              <a:spcBef>
                <a:spcPts val="0"/>
              </a:spcBef>
              <a:spcAft>
                <a:spcPts val="0"/>
              </a:spcAft>
              <a:buClr>
                <a:srgbClr val="006FBF"/>
              </a:buClr>
              <a:buSzPts val="4000"/>
              <a:buFont typeface="Cambria"/>
              <a:buNone/>
            </a:pPr>
            <a:r>
              <a:rPr b="1" i="0" lang="en-US" sz="4000" u="none">
                <a:solidFill>
                  <a:srgbClr val="006FBF"/>
                </a:solidFill>
                <a:latin typeface="Cambria"/>
                <a:ea typeface="Cambria"/>
                <a:cs typeface="Cambria"/>
                <a:sym typeface="Cambria"/>
              </a:rPr>
              <a:t>Advantages of Paging</a:t>
            </a:r>
            <a:br>
              <a:rPr b="1" i="0" lang="en-US" sz="4000" u="none">
                <a:solidFill>
                  <a:srgbClr val="006FBF"/>
                </a:solidFill>
                <a:latin typeface="Cambria"/>
                <a:ea typeface="Cambria"/>
                <a:cs typeface="Cambria"/>
                <a:sym typeface="Cambria"/>
              </a:rPr>
            </a:br>
            <a:endParaRPr/>
          </a:p>
        </p:txBody>
      </p:sp>
      <p:sp>
        <p:nvSpPr>
          <p:cNvPr id="341" name="Google Shape;341;p55"/>
          <p:cNvSpPr txBox="1"/>
          <p:nvPr>
            <p:ph idx="1" type="body"/>
          </p:nvPr>
        </p:nvSpPr>
        <p:spPr>
          <a:xfrm>
            <a:off x="1108075" y="1905000"/>
            <a:ext cx="7350125" cy="2843212"/>
          </a:xfrm>
          <a:prstGeom prst="rect">
            <a:avLst/>
          </a:prstGeom>
          <a:noFill/>
          <a:ln>
            <a:noFill/>
          </a:ln>
        </p:spPr>
        <p:txBody>
          <a:bodyPr anchorCtr="0" anchor="t" bIns="0" lIns="0" spcFirstLastPara="1" rIns="0" wrap="square" tIns="0">
            <a:spAutoFit/>
          </a:bodyPr>
          <a:lstStyle/>
          <a:p>
            <a:pPr indent="-177800" lvl="0" marL="0" rtl="0" algn="l">
              <a:lnSpc>
                <a:spcPct val="100000"/>
              </a:lnSpc>
              <a:spcBef>
                <a:spcPts val="0"/>
              </a:spcBef>
              <a:spcAft>
                <a:spcPts val="0"/>
              </a:spcAft>
              <a:buClr>
                <a:schemeClr val="dk1"/>
              </a:buClr>
              <a:buSzPts val="2800"/>
              <a:buFont typeface="Calibri"/>
              <a:buChar char="•"/>
            </a:pPr>
            <a:r>
              <a:rPr b="0" i="0" lang="en-US" sz="2800" u="none">
                <a:solidFill>
                  <a:schemeClr val="dk1"/>
                </a:solidFill>
                <a:latin typeface="Calibri"/>
                <a:ea typeface="Calibri"/>
                <a:cs typeface="Calibri"/>
                <a:sym typeface="Calibri"/>
              </a:rPr>
              <a:t>There is no external fragmentation as it allows us to store the data in a non-contiguous way.</a:t>
            </a:r>
            <a:endParaRPr/>
          </a:p>
          <a:p>
            <a:pPr indent="0" lvl="0" marL="0" rtl="0" algn="l">
              <a:lnSpc>
                <a:spcPct val="100000"/>
              </a:lnSpc>
              <a:spcBef>
                <a:spcPts val="560"/>
              </a:spcBef>
              <a:spcAft>
                <a:spcPts val="0"/>
              </a:spcAft>
              <a:buClr>
                <a:schemeClr val="dk1"/>
              </a:buClr>
              <a:buSzPts val="2800"/>
              <a:buFont typeface="Calibri"/>
              <a:buNone/>
            </a:pPr>
            <a:r>
              <a:t/>
            </a:r>
            <a:endParaRPr b="0" i="0" sz="2800" u="none">
              <a:solidFill>
                <a:schemeClr val="dk1"/>
              </a:solidFill>
              <a:latin typeface="Calibri"/>
              <a:ea typeface="Calibri"/>
              <a:cs typeface="Calibri"/>
              <a:sym typeface="Calibri"/>
            </a:endParaRPr>
          </a:p>
          <a:p>
            <a:pPr indent="-177800" lvl="0" marL="0" rtl="0" algn="l">
              <a:lnSpc>
                <a:spcPct val="100000"/>
              </a:lnSpc>
              <a:spcBef>
                <a:spcPts val="560"/>
              </a:spcBef>
              <a:spcAft>
                <a:spcPts val="0"/>
              </a:spcAft>
              <a:buClr>
                <a:schemeClr val="dk1"/>
              </a:buClr>
              <a:buSzPts val="2800"/>
              <a:buFont typeface="Calibri"/>
              <a:buChar char="•"/>
            </a:pPr>
            <a:r>
              <a:rPr b="0" i="0" lang="en-US" sz="2800" u="none">
                <a:solidFill>
                  <a:schemeClr val="dk1"/>
                </a:solidFill>
                <a:latin typeface="Calibri"/>
                <a:ea typeface="Calibri"/>
                <a:cs typeface="Calibri"/>
                <a:sym typeface="Calibri"/>
              </a:rPr>
              <a:t>Swapping is easy between equal-sized pages and frames.</a:t>
            </a:r>
            <a:endParaRPr/>
          </a:p>
          <a:p>
            <a:pPr indent="0" lvl="0" marL="0" rtl="0" algn="l">
              <a:spcBef>
                <a:spcPts val="560"/>
              </a:spcBef>
              <a:spcAft>
                <a:spcPts val="0"/>
              </a:spcAft>
              <a:buClr>
                <a:schemeClr val="dk1"/>
              </a:buClr>
              <a:buSzPts val="2800"/>
              <a:buFont typeface="Calibri"/>
              <a:buNone/>
            </a:pPr>
            <a:r>
              <a:t/>
            </a:r>
            <a:endParaRPr b="0" i="0" sz="2800" u="none">
              <a:solidFill>
                <a:schemeClr val="dk1"/>
              </a:solidFill>
              <a:latin typeface="Calibri"/>
              <a:ea typeface="Calibri"/>
              <a:cs typeface="Calibri"/>
              <a:sym typeface="Calibri"/>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p56"/>
          <p:cNvSpPr txBox="1"/>
          <p:nvPr>
            <p:ph type="title"/>
          </p:nvPr>
        </p:nvSpPr>
        <p:spPr>
          <a:xfrm>
            <a:off x="1143000" y="304800"/>
            <a:ext cx="6851650" cy="1108075"/>
          </a:xfrm>
          <a:prstGeom prst="rect">
            <a:avLst/>
          </a:prstGeom>
          <a:noFill/>
          <a:ln>
            <a:noFill/>
          </a:ln>
        </p:spPr>
        <p:txBody>
          <a:bodyPr anchorCtr="0" anchor="t" bIns="0" lIns="0" spcFirstLastPara="1" rIns="0" wrap="square" tIns="0">
            <a:spAutoFit/>
          </a:bodyPr>
          <a:lstStyle/>
          <a:p>
            <a:pPr indent="0" lvl="0" marL="0" rtl="0" algn="ctr">
              <a:lnSpc>
                <a:spcPct val="100000"/>
              </a:lnSpc>
              <a:spcBef>
                <a:spcPts val="0"/>
              </a:spcBef>
              <a:spcAft>
                <a:spcPts val="0"/>
              </a:spcAft>
              <a:buClr>
                <a:srgbClr val="006FBF"/>
              </a:buClr>
              <a:buSzPts val="3600"/>
              <a:buFont typeface="Cambria"/>
              <a:buNone/>
            </a:pPr>
            <a:r>
              <a:rPr b="1" i="0" lang="en-US" sz="3600" u="none">
                <a:solidFill>
                  <a:srgbClr val="006FBF"/>
                </a:solidFill>
                <a:latin typeface="Cambria"/>
                <a:ea typeface="Cambria"/>
                <a:cs typeface="Cambria"/>
                <a:sym typeface="Cambria"/>
              </a:rPr>
              <a:t>Disadvantages of Paging</a:t>
            </a:r>
            <a:br>
              <a:rPr b="1" i="0" lang="en-US" sz="3600" u="none">
                <a:solidFill>
                  <a:srgbClr val="006FBF"/>
                </a:solidFill>
                <a:latin typeface="Cambria"/>
                <a:ea typeface="Cambria"/>
                <a:cs typeface="Cambria"/>
                <a:sym typeface="Cambria"/>
              </a:rPr>
            </a:br>
            <a:endParaRPr/>
          </a:p>
        </p:txBody>
      </p:sp>
      <p:sp>
        <p:nvSpPr>
          <p:cNvPr id="347" name="Google Shape;347;p56"/>
          <p:cNvSpPr txBox="1"/>
          <p:nvPr>
            <p:ph idx="1" type="body"/>
          </p:nvPr>
        </p:nvSpPr>
        <p:spPr>
          <a:xfrm>
            <a:off x="990600" y="1828800"/>
            <a:ext cx="7731125" cy="4727575"/>
          </a:xfrm>
          <a:prstGeom prst="rect">
            <a:avLst/>
          </a:prstGeom>
          <a:noFill/>
          <a:ln>
            <a:noFill/>
          </a:ln>
        </p:spPr>
        <p:txBody>
          <a:bodyPr anchorCtr="0" anchor="t" bIns="0" lIns="0" spcFirstLastPara="1" rIns="0" wrap="square" tIns="0">
            <a:spAutoFit/>
          </a:bodyPr>
          <a:lstStyle/>
          <a:p>
            <a:pPr indent="-152400" lvl="0" marL="0" rtl="0" algn="l">
              <a:lnSpc>
                <a:spcPct val="100000"/>
              </a:lnSpc>
              <a:spcBef>
                <a:spcPts val="0"/>
              </a:spcBef>
              <a:spcAft>
                <a:spcPts val="0"/>
              </a:spcAft>
              <a:buClr>
                <a:schemeClr val="dk1"/>
              </a:buClr>
              <a:buSzPts val="2400"/>
              <a:buFont typeface="Calibri"/>
              <a:buChar char="•"/>
            </a:pPr>
            <a:r>
              <a:rPr b="0" i="0" lang="en-US" sz="2400" u="none">
                <a:solidFill>
                  <a:schemeClr val="dk1"/>
                </a:solidFill>
                <a:latin typeface="Calibri"/>
                <a:ea typeface="Calibri"/>
                <a:cs typeface="Calibri"/>
                <a:sym typeface="Calibri"/>
              </a:rPr>
              <a:t>As the size of the frame is fixed, so it may suffer from </a:t>
            </a:r>
            <a:r>
              <a:rPr b="0" i="0" lang="en-US" sz="2400" u="sng">
                <a:solidFill>
                  <a:schemeClr val="dk1"/>
                </a:solidFill>
                <a:latin typeface="Calibri"/>
                <a:ea typeface="Calibri"/>
                <a:cs typeface="Calibri"/>
                <a:sym typeface="Calibri"/>
              </a:rPr>
              <a:t>internal fragmentation</a:t>
            </a:r>
            <a:r>
              <a:rPr b="0" i="0" lang="en-US" sz="2400" u="none">
                <a:solidFill>
                  <a:schemeClr val="dk1"/>
                </a:solidFill>
                <a:latin typeface="Calibri"/>
                <a:ea typeface="Calibri"/>
                <a:cs typeface="Calibri"/>
                <a:sym typeface="Calibri"/>
              </a:rPr>
              <a:t>. It may happen that the process is too small and it may not acquire the entire frame size.</a:t>
            </a:r>
            <a:endParaRPr/>
          </a:p>
          <a:p>
            <a:pPr indent="-152400" lvl="0" marL="0" rtl="0" algn="l">
              <a:lnSpc>
                <a:spcPct val="100000"/>
              </a:lnSpc>
              <a:spcBef>
                <a:spcPts val="480"/>
              </a:spcBef>
              <a:spcAft>
                <a:spcPts val="0"/>
              </a:spcAft>
              <a:buClr>
                <a:schemeClr val="dk1"/>
              </a:buClr>
              <a:buSzPts val="2400"/>
              <a:buFont typeface="Calibri"/>
              <a:buChar char="•"/>
            </a:pPr>
            <a:r>
              <a:rPr b="0" i="0" lang="en-US" sz="2400" u="none">
                <a:solidFill>
                  <a:schemeClr val="dk1"/>
                </a:solidFill>
                <a:latin typeface="Calibri"/>
                <a:ea typeface="Calibri"/>
                <a:cs typeface="Calibri"/>
                <a:sym typeface="Calibri"/>
              </a:rPr>
              <a:t>The access time increases because of paging as the </a:t>
            </a:r>
            <a:r>
              <a:rPr b="0" i="0" lang="en-US" sz="2400" u="sng">
                <a:solidFill>
                  <a:schemeClr val="dk1"/>
                </a:solidFill>
                <a:latin typeface="Calibri"/>
                <a:ea typeface="Calibri"/>
                <a:cs typeface="Calibri"/>
                <a:sym typeface="Calibri"/>
              </a:rPr>
              <a:t>main memory has to be now accessed two times</a:t>
            </a:r>
            <a:r>
              <a:rPr b="0" i="0" lang="en-US" sz="2400" u="none">
                <a:solidFill>
                  <a:schemeClr val="dk1"/>
                </a:solidFill>
                <a:latin typeface="Calibri"/>
                <a:ea typeface="Calibri"/>
                <a:cs typeface="Calibri"/>
                <a:sym typeface="Calibri"/>
              </a:rPr>
              <a:t>. First, we need to access the page table which is also stored in the main memory and second, combine the frame number with the page offset and then get the physical address of the page which is again stored in the main memory.</a:t>
            </a:r>
            <a:endParaRPr/>
          </a:p>
          <a:p>
            <a:pPr indent="-152400" lvl="0" marL="0" rtl="0" algn="l">
              <a:lnSpc>
                <a:spcPct val="100000"/>
              </a:lnSpc>
              <a:spcBef>
                <a:spcPts val="480"/>
              </a:spcBef>
              <a:spcAft>
                <a:spcPts val="0"/>
              </a:spcAft>
              <a:buClr>
                <a:schemeClr val="dk1"/>
              </a:buClr>
              <a:buSzPts val="2400"/>
              <a:buFont typeface="Calibri"/>
              <a:buChar char="•"/>
            </a:pPr>
            <a:r>
              <a:rPr b="0" i="0" lang="en-US" sz="2400" u="none">
                <a:solidFill>
                  <a:schemeClr val="dk1"/>
                </a:solidFill>
                <a:latin typeface="Calibri"/>
                <a:ea typeface="Calibri"/>
                <a:cs typeface="Calibri"/>
                <a:sym typeface="Calibri"/>
              </a:rPr>
              <a:t>For every process, we have an independent page table and </a:t>
            </a:r>
            <a:r>
              <a:rPr b="0" i="0" lang="en-US" sz="2400" u="sng">
                <a:solidFill>
                  <a:schemeClr val="dk1"/>
                </a:solidFill>
                <a:latin typeface="Calibri"/>
                <a:ea typeface="Calibri"/>
                <a:cs typeface="Calibri"/>
                <a:sym typeface="Calibri"/>
              </a:rPr>
              <a:t>maintaining the page table is extra overhead.</a:t>
            </a:r>
            <a:endParaRPr/>
          </a:p>
          <a:p>
            <a:pPr indent="0" lvl="0" marL="0" rtl="0" algn="l">
              <a:spcBef>
                <a:spcPts val="480"/>
              </a:spcBef>
              <a:spcAft>
                <a:spcPts val="0"/>
              </a:spcAft>
              <a:buClr>
                <a:schemeClr val="dk1"/>
              </a:buClr>
              <a:buSzPts val="2400"/>
              <a:buFont typeface="Calibri"/>
              <a:buNone/>
            </a:pPr>
            <a:r>
              <a:t/>
            </a:r>
            <a:endParaRPr b="0" i="0" sz="2400" u="sng">
              <a:solidFill>
                <a:schemeClr val="dk1"/>
              </a:solidFill>
              <a:latin typeface="Calibri"/>
              <a:ea typeface="Calibri"/>
              <a:cs typeface="Calibri"/>
              <a:sym typeface="Calibri"/>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p57"/>
          <p:cNvSpPr txBox="1"/>
          <p:nvPr>
            <p:ph type="title"/>
          </p:nvPr>
        </p:nvSpPr>
        <p:spPr>
          <a:xfrm>
            <a:off x="954087" y="228600"/>
            <a:ext cx="6851650" cy="1230312"/>
          </a:xfrm>
          <a:prstGeom prst="rect">
            <a:avLst/>
          </a:prstGeom>
          <a:noFill/>
          <a:ln>
            <a:noFill/>
          </a:ln>
        </p:spPr>
        <p:txBody>
          <a:bodyPr anchorCtr="0" anchor="t" bIns="0" lIns="0" spcFirstLastPara="1" rIns="0" wrap="square" tIns="0">
            <a:spAutoFit/>
          </a:bodyPr>
          <a:lstStyle/>
          <a:p>
            <a:pPr indent="0" lvl="0" marL="0" rtl="0" algn="ctr">
              <a:lnSpc>
                <a:spcPct val="100000"/>
              </a:lnSpc>
              <a:spcBef>
                <a:spcPts val="0"/>
              </a:spcBef>
              <a:spcAft>
                <a:spcPts val="0"/>
              </a:spcAft>
              <a:buClr>
                <a:srgbClr val="006FBF"/>
              </a:buClr>
              <a:buSzPts val="4000"/>
              <a:buFont typeface="Cambria"/>
              <a:buNone/>
            </a:pPr>
            <a:r>
              <a:rPr b="1" i="0" lang="en-US" sz="4000" u="none">
                <a:solidFill>
                  <a:srgbClr val="006FBF"/>
                </a:solidFill>
                <a:latin typeface="Cambria"/>
                <a:ea typeface="Cambria"/>
                <a:cs typeface="Cambria"/>
                <a:sym typeface="Cambria"/>
              </a:rPr>
              <a:t>What is Segmentation?</a:t>
            </a:r>
            <a:br>
              <a:rPr b="1" i="0" lang="en-US" sz="4000" u="none">
                <a:solidFill>
                  <a:srgbClr val="006FBF"/>
                </a:solidFill>
                <a:latin typeface="Cambria"/>
                <a:ea typeface="Cambria"/>
                <a:cs typeface="Cambria"/>
                <a:sym typeface="Cambria"/>
              </a:rPr>
            </a:br>
            <a:endParaRPr/>
          </a:p>
        </p:txBody>
      </p:sp>
      <p:sp>
        <p:nvSpPr>
          <p:cNvPr id="353" name="Google Shape;353;p57"/>
          <p:cNvSpPr txBox="1"/>
          <p:nvPr>
            <p:ph idx="1" type="body"/>
          </p:nvPr>
        </p:nvSpPr>
        <p:spPr>
          <a:xfrm>
            <a:off x="952500" y="1905000"/>
            <a:ext cx="7816850" cy="2239962"/>
          </a:xfrm>
          <a:prstGeom prst="rect">
            <a:avLst/>
          </a:prstGeom>
          <a:noFill/>
          <a:ln>
            <a:noFill/>
          </a:ln>
        </p:spPr>
        <p:txBody>
          <a:bodyPr anchorCtr="0" anchor="t" bIns="0" lIns="0" spcFirstLastPara="1" rIns="0" wrap="square" tIns="0">
            <a:spAutoFit/>
          </a:bodyPr>
          <a:lstStyle/>
          <a:p>
            <a:pPr indent="0" lvl="0" marL="0" marR="0" rtl="0" algn="just">
              <a:lnSpc>
                <a:spcPct val="100000"/>
              </a:lnSpc>
              <a:spcBef>
                <a:spcPts val="0"/>
              </a:spcBef>
              <a:spcAft>
                <a:spcPts val="0"/>
              </a:spcAft>
              <a:buClr>
                <a:schemeClr val="dk1"/>
              </a:buClr>
              <a:buSzPts val="2800"/>
              <a:buFont typeface="Calibri"/>
              <a:buNone/>
            </a:pPr>
            <a:r>
              <a:rPr b="0" i="0" lang="en-US" sz="2800" u="none">
                <a:solidFill>
                  <a:schemeClr val="dk1"/>
                </a:solidFill>
                <a:latin typeface="Calibri"/>
                <a:ea typeface="Calibri"/>
                <a:cs typeface="Calibri"/>
                <a:sym typeface="Calibri"/>
              </a:rPr>
              <a:t>Segmentation method works almost similarly to paging. The only difference between the two is that </a:t>
            </a:r>
            <a:r>
              <a:rPr b="0" i="0" lang="en-US" sz="2800" u="sng">
                <a:solidFill>
                  <a:schemeClr val="dk1"/>
                </a:solidFill>
                <a:latin typeface="Calibri"/>
                <a:ea typeface="Calibri"/>
                <a:cs typeface="Calibri"/>
                <a:sym typeface="Calibri"/>
              </a:rPr>
              <a:t>segments are of variable-length, whereas, in the paging method, pages are always of fixed size</a:t>
            </a:r>
            <a:r>
              <a:rPr b="0" i="0" lang="en-US" sz="2800" u="none">
                <a:solidFill>
                  <a:schemeClr val="dk1"/>
                </a:solidFill>
                <a:latin typeface="Calibri"/>
                <a:ea typeface="Calibri"/>
                <a:cs typeface="Calibri"/>
                <a:sym typeface="Calibri"/>
              </a:rPr>
              <a:t>.</a:t>
            </a:r>
            <a:endParaRPr/>
          </a:p>
          <a:p>
            <a:pPr indent="0" lvl="0" marL="0" marR="0" rtl="0" algn="l">
              <a:spcBef>
                <a:spcPts val="560"/>
              </a:spcBef>
              <a:spcAft>
                <a:spcPts val="0"/>
              </a:spcAft>
              <a:buClr>
                <a:schemeClr val="dk1"/>
              </a:buClr>
              <a:buSzPts val="2800"/>
              <a:buFont typeface="Calibri"/>
              <a:buNone/>
            </a:pPr>
            <a:r>
              <a:t/>
            </a:r>
            <a:endParaRPr b="0" i="0" sz="2800" u="none">
              <a:solidFill>
                <a:schemeClr val="dk1"/>
              </a:solidFill>
              <a:latin typeface="Calibri"/>
              <a:ea typeface="Calibri"/>
              <a:cs typeface="Calibri"/>
              <a:sym typeface="Calibri"/>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58"/>
          <p:cNvSpPr txBox="1"/>
          <p:nvPr>
            <p:ph type="title"/>
          </p:nvPr>
        </p:nvSpPr>
        <p:spPr>
          <a:xfrm>
            <a:off x="1123950" y="304800"/>
            <a:ext cx="6851650" cy="1108075"/>
          </a:xfrm>
          <a:prstGeom prst="rect">
            <a:avLst/>
          </a:prstGeom>
          <a:noFill/>
          <a:ln>
            <a:noFill/>
          </a:ln>
        </p:spPr>
        <p:txBody>
          <a:bodyPr anchorCtr="0" anchor="t" bIns="0" lIns="0" spcFirstLastPara="1" rIns="0" wrap="square" tIns="0">
            <a:spAutoFit/>
          </a:bodyPr>
          <a:lstStyle/>
          <a:p>
            <a:pPr indent="0" lvl="0" marL="0" rtl="0" algn="ctr">
              <a:lnSpc>
                <a:spcPct val="100000"/>
              </a:lnSpc>
              <a:spcBef>
                <a:spcPts val="0"/>
              </a:spcBef>
              <a:spcAft>
                <a:spcPts val="0"/>
              </a:spcAft>
              <a:buClr>
                <a:srgbClr val="006FBF"/>
              </a:buClr>
              <a:buSzPts val="3600"/>
              <a:buFont typeface="Cambria"/>
              <a:buNone/>
            </a:pPr>
            <a:r>
              <a:rPr b="1" i="0" lang="en-US" sz="3600" u="none">
                <a:solidFill>
                  <a:srgbClr val="006FBF"/>
                </a:solidFill>
                <a:latin typeface="Cambria"/>
                <a:ea typeface="Cambria"/>
                <a:cs typeface="Cambria"/>
                <a:sym typeface="Cambria"/>
              </a:rPr>
              <a:t>What is Segmentation? </a:t>
            </a:r>
            <a:r>
              <a:rPr b="1" i="0" lang="en-US" sz="2800" u="none">
                <a:solidFill>
                  <a:srgbClr val="006FBF"/>
                </a:solidFill>
                <a:latin typeface="Cambria"/>
                <a:ea typeface="Cambria"/>
                <a:cs typeface="Cambria"/>
                <a:sym typeface="Cambria"/>
              </a:rPr>
              <a:t>Contd..</a:t>
            </a:r>
            <a:br>
              <a:rPr b="1" i="0" lang="en-US" sz="2800" u="none">
                <a:solidFill>
                  <a:srgbClr val="006FBF"/>
                </a:solidFill>
                <a:latin typeface="Cambria"/>
                <a:ea typeface="Cambria"/>
                <a:cs typeface="Cambria"/>
                <a:sym typeface="Cambria"/>
              </a:rPr>
            </a:br>
            <a:endParaRPr/>
          </a:p>
        </p:txBody>
      </p:sp>
      <p:sp>
        <p:nvSpPr>
          <p:cNvPr id="359" name="Google Shape;359;p58"/>
          <p:cNvSpPr txBox="1"/>
          <p:nvPr>
            <p:ph idx="1" type="body"/>
          </p:nvPr>
        </p:nvSpPr>
        <p:spPr>
          <a:xfrm>
            <a:off x="1108075" y="1633537"/>
            <a:ext cx="7731125" cy="4995862"/>
          </a:xfrm>
          <a:prstGeom prst="rect">
            <a:avLst/>
          </a:prstGeom>
          <a:noFill/>
          <a:ln>
            <a:noFill/>
          </a:ln>
        </p:spPr>
        <p:txBody>
          <a:bodyPr anchorCtr="0" anchor="t" bIns="0" lIns="0" spcFirstLastPara="1" rIns="0" wrap="square" tIns="0">
            <a:spAutoFit/>
          </a:bodyPr>
          <a:lstStyle/>
          <a:p>
            <a:pPr indent="-177800" lvl="0" marL="0" rtl="0" algn="l">
              <a:lnSpc>
                <a:spcPct val="100000"/>
              </a:lnSpc>
              <a:spcBef>
                <a:spcPts val="0"/>
              </a:spcBef>
              <a:spcAft>
                <a:spcPts val="0"/>
              </a:spcAft>
              <a:buClr>
                <a:schemeClr val="dk1"/>
              </a:buClr>
              <a:buSzPts val="2800"/>
              <a:buFont typeface="Calibri"/>
              <a:buChar char="•"/>
            </a:pPr>
            <a:r>
              <a:rPr b="0" i="0" lang="en-US" sz="2800" u="none">
                <a:solidFill>
                  <a:schemeClr val="dk1"/>
                </a:solidFill>
                <a:latin typeface="Calibri"/>
                <a:ea typeface="Calibri"/>
                <a:cs typeface="Calibri"/>
                <a:sym typeface="Calibri"/>
              </a:rPr>
              <a:t>In paging, we were blindly diving the process into pages of fixed sizes but in segmentation, we </a:t>
            </a:r>
            <a:r>
              <a:rPr b="0" i="0" lang="en-US" sz="2800" u="sng">
                <a:solidFill>
                  <a:schemeClr val="dk1"/>
                </a:solidFill>
                <a:latin typeface="Calibri"/>
                <a:ea typeface="Calibri"/>
                <a:cs typeface="Calibri"/>
                <a:sym typeface="Calibri"/>
              </a:rPr>
              <a:t>divide the process into modules</a:t>
            </a:r>
            <a:r>
              <a:rPr b="0" i="0" lang="en-US" sz="2800" u="none">
                <a:solidFill>
                  <a:schemeClr val="dk1"/>
                </a:solidFill>
                <a:latin typeface="Calibri"/>
                <a:ea typeface="Calibri"/>
                <a:cs typeface="Calibri"/>
                <a:sym typeface="Calibri"/>
              </a:rPr>
              <a:t> for better visualization of the process. </a:t>
            </a:r>
            <a:endParaRPr/>
          </a:p>
          <a:p>
            <a:pPr indent="-177800" lvl="0" marL="0" rtl="0" algn="l">
              <a:lnSpc>
                <a:spcPct val="100000"/>
              </a:lnSpc>
              <a:spcBef>
                <a:spcPts val="560"/>
              </a:spcBef>
              <a:spcAft>
                <a:spcPts val="0"/>
              </a:spcAft>
              <a:buClr>
                <a:schemeClr val="dk1"/>
              </a:buClr>
              <a:buSzPts val="2800"/>
              <a:buFont typeface="Calibri"/>
              <a:buChar char="•"/>
            </a:pPr>
            <a:r>
              <a:rPr b="0" i="0" lang="en-US" sz="2800" u="none">
                <a:solidFill>
                  <a:schemeClr val="dk1"/>
                </a:solidFill>
                <a:latin typeface="Calibri"/>
                <a:ea typeface="Calibri"/>
                <a:cs typeface="Calibri"/>
                <a:sym typeface="Calibri"/>
              </a:rPr>
              <a:t>Here </a:t>
            </a:r>
            <a:r>
              <a:rPr b="0" i="0" lang="en-US" sz="2800" u="sng">
                <a:solidFill>
                  <a:schemeClr val="dk1"/>
                </a:solidFill>
                <a:latin typeface="Calibri"/>
                <a:ea typeface="Calibri"/>
                <a:cs typeface="Calibri"/>
                <a:sym typeface="Calibri"/>
              </a:rPr>
              <a:t>each segment or module consists of the same type of functions</a:t>
            </a:r>
            <a:r>
              <a:rPr b="0" i="0" lang="en-US" sz="2800" u="none">
                <a:solidFill>
                  <a:schemeClr val="dk1"/>
                </a:solidFill>
                <a:latin typeface="Calibri"/>
                <a:ea typeface="Calibri"/>
                <a:cs typeface="Calibri"/>
                <a:sym typeface="Calibri"/>
              </a:rPr>
              <a:t>.</a:t>
            </a:r>
            <a:endParaRPr/>
          </a:p>
          <a:p>
            <a:pPr indent="-177800" lvl="0" marL="0" rtl="0" algn="l">
              <a:lnSpc>
                <a:spcPct val="100000"/>
              </a:lnSpc>
              <a:spcBef>
                <a:spcPts val="560"/>
              </a:spcBef>
              <a:spcAft>
                <a:spcPts val="0"/>
              </a:spcAft>
              <a:buClr>
                <a:schemeClr val="dk1"/>
              </a:buClr>
              <a:buSzPts val="2800"/>
              <a:buFont typeface="Calibri"/>
              <a:buChar char="•"/>
            </a:pPr>
            <a:r>
              <a:rPr b="0" i="0" lang="en-US" sz="2800" u="none">
                <a:solidFill>
                  <a:schemeClr val="dk1"/>
                </a:solidFill>
                <a:latin typeface="Calibri"/>
                <a:ea typeface="Calibri"/>
                <a:cs typeface="Calibri"/>
                <a:sym typeface="Calibri"/>
              </a:rPr>
              <a:t> </a:t>
            </a:r>
            <a:r>
              <a:rPr b="1" i="0" lang="en-US" sz="2800" u="none">
                <a:solidFill>
                  <a:schemeClr val="dk1"/>
                </a:solidFill>
                <a:latin typeface="Calibri"/>
                <a:ea typeface="Calibri"/>
                <a:cs typeface="Calibri"/>
                <a:sym typeface="Calibri"/>
              </a:rPr>
              <a:t>For example,</a:t>
            </a:r>
            <a:r>
              <a:rPr b="0" i="0" lang="en-US" sz="2800" u="none">
                <a:solidFill>
                  <a:schemeClr val="dk1"/>
                </a:solidFill>
                <a:latin typeface="Calibri"/>
                <a:ea typeface="Calibri"/>
                <a:cs typeface="Calibri"/>
                <a:sym typeface="Calibri"/>
              </a:rPr>
              <a:t> the main function is included in one segment, library function is kept in other segments, and so on. </a:t>
            </a:r>
            <a:endParaRPr/>
          </a:p>
          <a:p>
            <a:pPr indent="-177800" lvl="0" marL="0" rtl="0" algn="l">
              <a:lnSpc>
                <a:spcPct val="100000"/>
              </a:lnSpc>
              <a:spcBef>
                <a:spcPts val="560"/>
              </a:spcBef>
              <a:spcAft>
                <a:spcPts val="0"/>
              </a:spcAft>
              <a:buClr>
                <a:schemeClr val="dk1"/>
              </a:buClr>
              <a:buSzPts val="2800"/>
              <a:buFont typeface="Calibri"/>
              <a:buChar char="•"/>
            </a:pPr>
            <a:r>
              <a:rPr b="0" i="0" lang="en-US" sz="2800" u="none">
                <a:solidFill>
                  <a:schemeClr val="dk1"/>
                </a:solidFill>
                <a:latin typeface="Calibri"/>
                <a:ea typeface="Calibri"/>
                <a:cs typeface="Calibri"/>
                <a:sym typeface="Calibri"/>
              </a:rPr>
              <a:t>As the size of segments may vary, so </a:t>
            </a:r>
            <a:r>
              <a:rPr b="0" i="0" lang="en-US" sz="2800" u="sng">
                <a:solidFill>
                  <a:schemeClr val="dk1"/>
                </a:solidFill>
                <a:latin typeface="Calibri"/>
                <a:ea typeface="Calibri"/>
                <a:cs typeface="Calibri"/>
                <a:sym typeface="Calibri"/>
              </a:rPr>
              <a:t>memory is divided into variable size parts.</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sp>
        <p:nvSpPr>
          <p:cNvPr id="364" name="Google Shape;364;p59"/>
          <p:cNvSpPr txBox="1"/>
          <p:nvPr>
            <p:ph type="title"/>
          </p:nvPr>
        </p:nvSpPr>
        <p:spPr>
          <a:xfrm>
            <a:off x="1111250" y="0"/>
            <a:ext cx="7423150" cy="13716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Clr>
                <a:srgbClr val="006FBF"/>
              </a:buClr>
              <a:buSzPts val="3600"/>
              <a:buFont typeface="Cambria"/>
              <a:buNone/>
            </a:pPr>
            <a:r>
              <a:rPr b="1" i="0" lang="en-US" sz="3600" u="none">
                <a:solidFill>
                  <a:srgbClr val="006FBF"/>
                </a:solidFill>
                <a:latin typeface="Cambria"/>
                <a:ea typeface="Cambria"/>
                <a:cs typeface="Cambria"/>
                <a:sym typeface="Cambria"/>
              </a:rPr>
              <a:t>Translation of logical Address into physical Address</a:t>
            </a:r>
            <a:br>
              <a:rPr b="1" i="0" lang="en-US" sz="3600" u="none">
                <a:solidFill>
                  <a:srgbClr val="006FBF"/>
                </a:solidFill>
                <a:latin typeface="Cambria"/>
                <a:ea typeface="Cambria"/>
                <a:cs typeface="Cambria"/>
                <a:sym typeface="Cambria"/>
              </a:rPr>
            </a:br>
            <a:endParaRPr/>
          </a:p>
        </p:txBody>
      </p:sp>
      <p:sp>
        <p:nvSpPr>
          <p:cNvPr id="365" name="Google Shape;365;p59"/>
          <p:cNvSpPr txBox="1"/>
          <p:nvPr>
            <p:ph idx="1" type="body"/>
          </p:nvPr>
        </p:nvSpPr>
        <p:spPr>
          <a:xfrm>
            <a:off x="1108075" y="1633537"/>
            <a:ext cx="7654925" cy="4137025"/>
          </a:xfrm>
          <a:prstGeom prst="rect">
            <a:avLst/>
          </a:prstGeom>
          <a:noFill/>
          <a:ln>
            <a:noFill/>
          </a:ln>
        </p:spPr>
        <p:txBody>
          <a:bodyPr anchorCtr="0" anchor="t" bIns="0" lIns="0" spcFirstLastPara="1" rIns="0" wrap="square" tIns="0">
            <a:spAutoFit/>
          </a:bodyPr>
          <a:lstStyle/>
          <a:p>
            <a:pPr indent="-177800" lvl="0" marL="0" rtl="0" algn="l">
              <a:lnSpc>
                <a:spcPct val="100000"/>
              </a:lnSpc>
              <a:spcBef>
                <a:spcPts val="0"/>
              </a:spcBef>
              <a:spcAft>
                <a:spcPts val="0"/>
              </a:spcAft>
              <a:buClr>
                <a:schemeClr val="dk1"/>
              </a:buClr>
              <a:buSzPts val="2800"/>
              <a:buFont typeface="Calibri"/>
              <a:buChar char="•"/>
            </a:pPr>
            <a:r>
              <a:rPr b="0" i="0" lang="en-US" sz="2800" u="none">
                <a:solidFill>
                  <a:schemeClr val="dk1"/>
                </a:solidFill>
                <a:latin typeface="Calibri"/>
                <a:ea typeface="Calibri"/>
                <a:cs typeface="Calibri"/>
                <a:sym typeface="Calibri"/>
              </a:rPr>
              <a:t>As a CPU always generates a </a:t>
            </a:r>
            <a:r>
              <a:rPr b="0" i="0" lang="en-US" sz="2800" u="sng">
                <a:solidFill>
                  <a:schemeClr val="hlink"/>
                </a:solidFill>
                <a:hlinkClick r:id="rId3"/>
              </a:rPr>
              <a:t>logical address</a:t>
            </a:r>
            <a:r>
              <a:rPr b="0" i="0" lang="en-US" sz="2800" u="none">
                <a:solidFill>
                  <a:schemeClr val="dk1"/>
                </a:solidFill>
                <a:latin typeface="Calibri"/>
                <a:ea typeface="Calibri"/>
                <a:cs typeface="Calibri"/>
                <a:sym typeface="Calibri"/>
              </a:rPr>
              <a:t> and we need a </a:t>
            </a:r>
            <a:r>
              <a:rPr b="0" i="0" lang="en-US" sz="2800" u="sng">
                <a:solidFill>
                  <a:schemeClr val="hlink"/>
                </a:solidFill>
                <a:hlinkClick r:id="rId4"/>
              </a:rPr>
              <a:t>physical address</a:t>
            </a:r>
            <a:r>
              <a:rPr b="0" i="0" lang="en-US" sz="2800" u="none">
                <a:solidFill>
                  <a:schemeClr val="dk1"/>
                </a:solidFill>
                <a:latin typeface="Calibri"/>
                <a:ea typeface="Calibri"/>
                <a:cs typeface="Calibri"/>
                <a:sym typeface="Calibri"/>
              </a:rPr>
              <a:t> for accessing the main memory. </a:t>
            </a:r>
            <a:endParaRPr/>
          </a:p>
          <a:p>
            <a:pPr indent="-177800" lvl="0" marL="0" rtl="0" algn="l">
              <a:lnSpc>
                <a:spcPct val="100000"/>
              </a:lnSpc>
              <a:spcBef>
                <a:spcPts val="560"/>
              </a:spcBef>
              <a:spcAft>
                <a:spcPts val="0"/>
              </a:spcAft>
              <a:buClr>
                <a:schemeClr val="dk1"/>
              </a:buClr>
              <a:buSzPts val="2800"/>
              <a:buFont typeface="Calibri"/>
              <a:buChar char="•"/>
            </a:pPr>
            <a:r>
              <a:rPr b="0" i="0" lang="en-US" sz="2800" u="none">
                <a:solidFill>
                  <a:schemeClr val="dk1"/>
                </a:solidFill>
                <a:latin typeface="Calibri"/>
                <a:ea typeface="Calibri"/>
                <a:cs typeface="Calibri"/>
                <a:sym typeface="Calibri"/>
              </a:rPr>
              <a:t>This mapping is done by the MMU(memory management Unit) with the help of the </a:t>
            </a:r>
            <a:r>
              <a:rPr b="1" i="0" lang="en-US" sz="2800" u="none">
                <a:solidFill>
                  <a:schemeClr val="dk1"/>
                </a:solidFill>
                <a:latin typeface="Calibri"/>
                <a:ea typeface="Calibri"/>
                <a:cs typeface="Calibri"/>
                <a:sym typeface="Calibri"/>
              </a:rPr>
              <a:t>segment table</a:t>
            </a:r>
            <a:r>
              <a:rPr b="0" i="0" lang="en-US" sz="2800" u="none">
                <a:solidFill>
                  <a:schemeClr val="dk1"/>
                </a:solidFill>
                <a:latin typeface="Calibri"/>
                <a:ea typeface="Calibri"/>
                <a:cs typeface="Calibri"/>
                <a:sym typeface="Calibri"/>
              </a:rPr>
              <a:t>.</a:t>
            </a:r>
            <a:endParaRPr/>
          </a:p>
          <a:p>
            <a:pPr indent="-177800" lvl="0" marL="0" rtl="0" algn="l">
              <a:lnSpc>
                <a:spcPct val="100000"/>
              </a:lnSpc>
              <a:spcBef>
                <a:spcPts val="560"/>
              </a:spcBef>
              <a:spcAft>
                <a:spcPts val="0"/>
              </a:spcAft>
              <a:buClr>
                <a:schemeClr val="dk1"/>
              </a:buClr>
              <a:buSzPts val="2800"/>
              <a:buFont typeface="Calibri"/>
              <a:buChar char="•"/>
            </a:pPr>
            <a:r>
              <a:rPr b="0" i="0" lang="en-US" sz="2800" u="none">
                <a:solidFill>
                  <a:schemeClr val="dk1"/>
                </a:solidFill>
                <a:latin typeface="Calibri"/>
                <a:ea typeface="Calibri"/>
                <a:cs typeface="Calibri"/>
                <a:sym typeface="Calibri"/>
              </a:rPr>
              <a:t>The OS maintains a segment map table for all the processes. </a:t>
            </a:r>
            <a:endParaRPr/>
          </a:p>
          <a:p>
            <a:pPr indent="0" lvl="0" marL="0" rtl="0" algn="l">
              <a:spcBef>
                <a:spcPts val="560"/>
              </a:spcBef>
              <a:spcAft>
                <a:spcPts val="0"/>
              </a:spcAft>
              <a:buClr>
                <a:schemeClr val="dk1"/>
              </a:buClr>
              <a:buSzPts val="2800"/>
              <a:buFont typeface="Calibri"/>
              <a:buNone/>
            </a:pPr>
            <a:r>
              <a:t/>
            </a:r>
            <a:endParaRPr b="0" i="0" sz="2800" u="none">
              <a:solidFill>
                <a:schemeClr val="dk1"/>
              </a:solidFill>
              <a:latin typeface="Calibri"/>
              <a:ea typeface="Calibri"/>
              <a:cs typeface="Calibri"/>
              <a:sym typeface="Calibri"/>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sp>
        <p:nvSpPr>
          <p:cNvPr id="370" name="Google Shape;370;p60"/>
          <p:cNvSpPr txBox="1"/>
          <p:nvPr>
            <p:ph type="title"/>
          </p:nvPr>
        </p:nvSpPr>
        <p:spPr>
          <a:xfrm>
            <a:off x="1123950" y="228600"/>
            <a:ext cx="7312025" cy="98425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Clr>
                <a:srgbClr val="006FBF"/>
              </a:buClr>
              <a:buSzPts val="3200"/>
              <a:buFont typeface="Cambria"/>
              <a:buNone/>
            </a:pPr>
            <a:r>
              <a:rPr b="1" i="0" lang="en-US" sz="3200" u="none">
                <a:solidFill>
                  <a:srgbClr val="006FBF"/>
                </a:solidFill>
                <a:latin typeface="Cambria"/>
                <a:ea typeface="Cambria"/>
                <a:cs typeface="Cambria"/>
                <a:sym typeface="Cambria"/>
              </a:rPr>
              <a:t>Translation of logical Address into physical Address  contd..</a:t>
            </a:r>
            <a:endParaRPr/>
          </a:p>
        </p:txBody>
      </p:sp>
      <p:sp>
        <p:nvSpPr>
          <p:cNvPr id="371" name="Google Shape;371;p60"/>
          <p:cNvSpPr txBox="1"/>
          <p:nvPr>
            <p:ph idx="1" type="body"/>
          </p:nvPr>
        </p:nvSpPr>
        <p:spPr>
          <a:xfrm>
            <a:off x="1108075" y="1633537"/>
            <a:ext cx="7883525" cy="5256212"/>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Clr>
                <a:schemeClr val="dk1"/>
              </a:buClr>
              <a:buSzPts val="2800"/>
              <a:buFont typeface="Calibri"/>
              <a:buNone/>
            </a:pPr>
            <a:r>
              <a:rPr b="1" i="0" lang="en-US" sz="2800" u="none">
                <a:solidFill>
                  <a:schemeClr val="dk1"/>
                </a:solidFill>
                <a:latin typeface="Calibri"/>
                <a:ea typeface="Calibri"/>
                <a:cs typeface="Calibri"/>
                <a:sym typeface="Calibri"/>
              </a:rPr>
              <a:t>Logical Address: </a:t>
            </a:r>
            <a:r>
              <a:rPr b="0" i="0" lang="en-US" sz="2800" u="none">
                <a:solidFill>
                  <a:schemeClr val="dk1"/>
                </a:solidFill>
                <a:latin typeface="Calibri"/>
                <a:ea typeface="Calibri"/>
                <a:cs typeface="Calibri"/>
                <a:sym typeface="Calibri"/>
              </a:rPr>
              <a:t>The logical address consists of two parts</a:t>
            </a:r>
            <a:r>
              <a:rPr b="1" i="0" lang="en-US" sz="2800" u="none">
                <a:solidFill>
                  <a:schemeClr val="dk1"/>
                </a:solidFill>
                <a:latin typeface="Calibri"/>
                <a:ea typeface="Calibri"/>
                <a:cs typeface="Calibri"/>
                <a:sym typeface="Calibri"/>
              </a:rPr>
              <a:t> segment number</a:t>
            </a:r>
            <a:r>
              <a:rPr b="0" i="0" lang="en-US" sz="2800" u="none">
                <a:solidFill>
                  <a:schemeClr val="dk1"/>
                </a:solidFill>
                <a:latin typeface="Calibri"/>
                <a:ea typeface="Calibri"/>
                <a:cs typeface="Calibri"/>
                <a:sym typeface="Calibri"/>
              </a:rPr>
              <a:t> and </a:t>
            </a:r>
            <a:r>
              <a:rPr b="1" i="0" lang="en-US" sz="2800" u="none">
                <a:solidFill>
                  <a:schemeClr val="dk1"/>
                </a:solidFill>
                <a:latin typeface="Calibri"/>
                <a:ea typeface="Calibri"/>
                <a:cs typeface="Calibri"/>
                <a:sym typeface="Calibri"/>
              </a:rPr>
              <a:t>segment offset.</a:t>
            </a:r>
            <a:endParaRPr/>
          </a:p>
          <a:p>
            <a:pPr indent="0" lvl="0" marL="0" rtl="0" algn="l">
              <a:lnSpc>
                <a:spcPct val="100000"/>
              </a:lnSpc>
              <a:spcBef>
                <a:spcPts val="560"/>
              </a:spcBef>
              <a:spcAft>
                <a:spcPts val="0"/>
              </a:spcAft>
              <a:buClr>
                <a:schemeClr val="dk1"/>
              </a:buClr>
              <a:buSzPts val="2800"/>
              <a:buFont typeface="Calibri"/>
              <a:buNone/>
            </a:pPr>
            <a:r>
              <a:t/>
            </a:r>
            <a:endParaRPr b="0" i="0" sz="2800" u="none">
              <a:solidFill>
                <a:schemeClr val="dk1"/>
              </a:solidFill>
              <a:latin typeface="Calibri"/>
              <a:ea typeface="Calibri"/>
              <a:cs typeface="Calibri"/>
              <a:sym typeface="Calibri"/>
            </a:endParaRPr>
          </a:p>
          <a:p>
            <a:pPr indent="0" lvl="0" marL="0" rtl="0" algn="l">
              <a:lnSpc>
                <a:spcPct val="100000"/>
              </a:lnSpc>
              <a:spcBef>
                <a:spcPts val="560"/>
              </a:spcBef>
              <a:spcAft>
                <a:spcPts val="0"/>
              </a:spcAft>
              <a:buClr>
                <a:schemeClr val="dk1"/>
              </a:buClr>
              <a:buSzPts val="2800"/>
              <a:buFont typeface="Calibri"/>
              <a:buNone/>
            </a:pPr>
            <a:r>
              <a:rPr b="1" i="0" lang="en-US" sz="2800" u="none">
                <a:solidFill>
                  <a:schemeClr val="dk1"/>
                </a:solidFill>
                <a:latin typeface="Calibri"/>
                <a:ea typeface="Calibri"/>
                <a:cs typeface="Calibri"/>
                <a:sym typeface="Calibri"/>
              </a:rPr>
              <a:t>1. Segment Number:</a:t>
            </a:r>
            <a:r>
              <a:rPr b="0" i="0" lang="en-US" sz="2800" u="none">
                <a:solidFill>
                  <a:schemeClr val="dk1"/>
                </a:solidFill>
                <a:latin typeface="Calibri"/>
                <a:ea typeface="Calibri"/>
                <a:cs typeface="Calibri"/>
                <a:sym typeface="Calibri"/>
              </a:rPr>
              <a:t> It tells the </a:t>
            </a:r>
            <a:r>
              <a:rPr b="0" i="0" lang="en-US" sz="2800" u="sng">
                <a:solidFill>
                  <a:schemeClr val="dk1"/>
                </a:solidFill>
                <a:latin typeface="Calibri"/>
                <a:ea typeface="Calibri"/>
                <a:cs typeface="Calibri"/>
                <a:sym typeface="Calibri"/>
              </a:rPr>
              <a:t>specific segment of the process</a:t>
            </a:r>
            <a:r>
              <a:rPr b="0" i="0" lang="en-US" sz="2800" u="none">
                <a:solidFill>
                  <a:schemeClr val="dk1"/>
                </a:solidFill>
                <a:latin typeface="Calibri"/>
                <a:ea typeface="Calibri"/>
                <a:cs typeface="Calibri"/>
                <a:sym typeface="Calibri"/>
              </a:rPr>
              <a:t> from which the CPU wants to read the data.</a:t>
            </a:r>
            <a:endParaRPr/>
          </a:p>
          <a:p>
            <a:pPr indent="0" lvl="0" marL="0" rtl="0" algn="l">
              <a:lnSpc>
                <a:spcPct val="100000"/>
              </a:lnSpc>
              <a:spcBef>
                <a:spcPts val="560"/>
              </a:spcBef>
              <a:spcAft>
                <a:spcPts val="0"/>
              </a:spcAft>
              <a:buClr>
                <a:schemeClr val="dk1"/>
              </a:buClr>
              <a:buSzPts val="2800"/>
              <a:buFont typeface="Calibri"/>
              <a:buNone/>
            </a:pPr>
            <a:r>
              <a:rPr b="1" i="0" lang="en-US" sz="2800" u="none">
                <a:solidFill>
                  <a:schemeClr val="dk1"/>
                </a:solidFill>
                <a:latin typeface="Calibri"/>
                <a:ea typeface="Calibri"/>
                <a:cs typeface="Calibri"/>
                <a:sym typeface="Calibri"/>
              </a:rPr>
              <a:t>2. Segment Offset:</a:t>
            </a:r>
            <a:r>
              <a:rPr b="0" i="0" lang="en-US" sz="2800" u="none">
                <a:solidFill>
                  <a:schemeClr val="dk1"/>
                </a:solidFill>
                <a:latin typeface="Calibri"/>
                <a:ea typeface="Calibri"/>
                <a:cs typeface="Calibri"/>
                <a:sym typeface="Calibri"/>
              </a:rPr>
              <a:t> It tells the </a:t>
            </a:r>
            <a:r>
              <a:rPr b="0" i="0" lang="en-US" sz="2800" u="sng">
                <a:solidFill>
                  <a:schemeClr val="dk1"/>
                </a:solidFill>
                <a:latin typeface="Calibri"/>
                <a:ea typeface="Calibri"/>
                <a:cs typeface="Calibri"/>
                <a:sym typeface="Calibri"/>
              </a:rPr>
              <a:t>exact word in that segment</a:t>
            </a:r>
            <a:r>
              <a:rPr b="0" i="0" lang="en-US" sz="2800" u="none">
                <a:solidFill>
                  <a:schemeClr val="dk1"/>
                </a:solidFill>
                <a:latin typeface="Calibri"/>
                <a:ea typeface="Calibri"/>
                <a:cs typeface="Calibri"/>
                <a:sym typeface="Calibri"/>
              </a:rPr>
              <a:t> which the CPU wants to read.</a:t>
            </a:r>
            <a:endParaRPr/>
          </a:p>
          <a:p>
            <a:pPr indent="0" lvl="0" marL="0" rtl="0" algn="l">
              <a:lnSpc>
                <a:spcPct val="100000"/>
              </a:lnSpc>
              <a:spcBef>
                <a:spcPts val="560"/>
              </a:spcBef>
              <a:spcAft>
                <a:spcPts val="0"/>
              </a:spcAft>
              <a:buClr>
                <a:schemeClr val="dk1"/>
              </a:buClr>
              <a:buSzPts val="2800"/>
              <a:buFont typeface="Calibri"/>
              <a:buNone/>
            </a:pPr>
            <a:r>
              <a:t/>
            </a:r>
            <a:endParaRPr b="0" i="0" sz="2800" u="none">
              <a:solidFill>
                <a:schemeClr val="dk1"/>
              </a:solidFill>
              <a:latin typeface="Calibri"/>
              <a:ea typeface="Calibri"/>
              <a:cs typeface="Calibri"/>
              <a:sym typeface="Calibri"/>
            </a:endParaRPr>
          </a:p>
          <a:p>
            <a:pPr indent="0" lvl="0" marL="0" rtl="0" algn="l">
              <a:lnSpc>
                <a:spcPct val="100000"/>
              </a:lnSpc>
              <a:spcBef>
                <a:spcPts val="560"/>
              </a:spcBef>
              <a:spcAft>
                <a:spcPts val="0"/>
              </a:spcAft>
              <a:buClr>
                <a:srgbClr val="FF0000"/>
              </a:buClr>
              <a:buSzPts val="2800"/>
              <a:buFont typeface="Calibri"/>
              <a:buNone/>
            </a:pPr>
            <a:r>
              <a:rPr b="1" i="0" lang="en-US" sz="2800" u="none">
                <a:solidFill>
                  <a:srgbClr val="FF0000"/>
                </a:solidFill>
                <a:latin typeface="Calibri"/>
                <a:ea typeface="Calibri"/>
                <a:cs typeface="Calibri"/>
                <a:sym typeface="Calibri"/>
              </a:rPr>
              <a:t>Logical Address = Segment Number + Segment Offset</a:t>
            </a:r>
            <a:endParaRPr b="0" i="0" sz="2800" u="none">
              <a:solidFill>
                <a:srgbClr val="FF0000"/>
              </a:solidFill>
              <a:latin typeface="Calibri"/>
              <a:ea typeface="Calibri"/>
              <a:cs typeface="Calibri"/>
              <a:sym typeface="Calibri"/>
            </a:endParaRPr>
          </a:p>
          <a:p>
            <a:pPr indent="0" lvl="0" marL="0" rtl="0" algn="l">
              <a:spcBef>
                <a:spcPts val="560"/>
              </a:spcBef>
              <a:spcAft>
                <a:spcPts val="0"/>
              </a:spcAft>
              <a:buClr>
                <a:schemeClr val="dk1"/>
              </a:buClr>
              <a:buSzPts val="2800"/>
              <a:buFont typeface="Calibri"/>
              <a:buNone/>
            </a:pPr>
            <a:r>
              <a:t/>
            </a:r>
            <a:endParaRPr b="0" i="0" sz="2800" u="none">
              <a:solidFill>
                <a:srgbClr val="FF0000"/>
              </a:solidFill>
              <a:latin typeface="Calibri"/>
              <a:ea typeface="Calibri"/>
              <a:cs typeface="Calibri"/>
              <a:sym typeface="Calibri"/>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sp>
        <p:nvSpPr>
          <p:cNvPr id="376" name="Google Shape;376;p61"/>
          <p:cNvSpPr txBox="1"/>
          <p:nvPr>
            <p:ph type="title"/>
          </p:nvPr>
        </p:nvSpPr>
        <p:spPr>
          <a:xfrm>
            <a:off x="1146175" y="-80962"/>
            <a:ext cx="6851650" cy="1108075"/>
          </a:xfrm>
          <a:prstGeom prst="rect">
            <a:avLst/>
          </a:prstGeom>
          <a:noFill/>
          <a:ln>
            <a:noFill/>
          </a:ln>
        </p:spPr>
        <p:txBody>
          <a:bodyPr anchorCtr="0" anchor="t" bIns="0" lIns="0" spcFirstLastPara="1" rIns="0" wrap="square" tIns="0">
            <a:spAutoFit/>
          </a:bodyPr>
          <a:lstStyle/>
          <a:p>
            <a:pPr indent="0" lvl="0" marL="0" rtl="0" algn="ctr">
              <a:lnSpc>
                <a:spcPct val="100000"/>
              </a:lnSpc>
              <a:spcBef>
                <a:spcPts val="0"/>
              </a:spcBef>
              <a:spcAft>
                <a:spcPts val="0"/>
              </a:spcAft>
              <a:buClr>
                <a:srgbClr val="006FBF"/>
              </a:buClr>
              <a:buSzPts val="3600"/>
              <a:buFont typeface="Cambria"/>
              <a:buNone/>
            </a:pPr>
            <a:r>
              <a:rPr b="1" i="0" lang="en-US" sz="3600" u="none">
                <a:solidFill>
                  <a:srgbClr val="006FBF"/>
                </a:solidFill>
                <a:latin typeface="Cambria"/>
                <a:ea typeface="Cambria"/>
                <a:cs typeface="Cambria"/>
                <a:sym typeface="Cambria"/>
              </a:rPr>
              <a:t>Translation of logical Address into physical Address  </a:t>
            </a:r>
            <a:r>
              <a:rPr b="1" i="0" lang="en-US" sz="2800" u="none">
                <a:solidFill>
                  <a:srgbClr val="006FBF"/>
                </a:solidFill>
                <a:latin typeface="Cambria"/>
                <a:ea typeface="Cambria"/>
                <a:cs typeface="Cambria"/>
                <a:sym typeface="Cambria"/>
              </a:rPr>
              <a:t>contd..</a:t>
            </a:r>
            <a:endParaRPr/>
          </a:p>
        </p:txBody>
      </p:sp>
      <p:sp>
        <p:nvSpPr>
          <p:cNvPr id="377" name="Google Shape;377;p61"/>
          <p:cNvSpPr txBox="1"/>
          <p:nvPr>
            <p:ph idx="1" type="body"/>
          </p:nvPr>
        </p:nvSpPr>
        <p:spPr>
          <a:xfrm>
            <a:off x="1146175" y="2362200"/>
            <a:ext cx="7731125" cy="1379537"/>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Clr>
                <a:schemeClr val="dk1"/>
              </a:buClr>
              <a:buSzPts val="2800"/>
              <a:buFont typeface="Calibri"/>
              <a:buNone/>
            </a:pPr>
            <a:r>
              <a:rPr b="1" i="0" lang="en-US" sz="2800" u="none">
                <a:solidFill>
                  <a:schemeClr val="dk1"/>
                </a:solidFill>
                <a:latin typeface="Calibri"/>
                <a:ea typeface="Calibri"/>
                <a:cs typeface="Calibri"/>
                <a:sym typeface="Calibri"/>
              </a:rPr>
              <a:t>Physical Address:</a:t>
            </a:r>
            <a:endParaRPr/>
          </a:p>
          <a:p>
            <a:pPr indent="0" lvl="0" marL="0" rtl="0" algn="l">
              <a:lnSpc>
                <a:spcPct val="100000"/>
              </a:lnSpc>
              <a:spcBef>
                <a:spcPts val="560"/>
              </a:spcBef>
              <a:spcAft>
                <a:spcPts val="0"/>
              </a:spcAft>
              <a:buClr>
                <a:schemeClr val="dk1"/>
              </a:buClr>
              <a:buSzPts val="2800"/>
              <a:buFont typeface="Calibri"/>
              <a:buNone/>
            </a:pPr>
            <a:r>
              <a:rPr b="1" i="0" lang="en-US" sz="2800" u="none">
                <a:solidFill>
                  <a:schemeClr val="dk1"/>
                </a:solidFill>
                <a:latin typeface="Calibri"/>
                <a:ea typeface="Calibri"/>
                <a:cs typeface="Calibri"/>
                <a:sym typeface="Calibri"/>
              </a:rPr>
              <a:t> </a:t>
            </a:r>
            <a:r>
              <a:rPr b="0" i="0" lang="en-US" sz="2800" u="none">
                <a:solidFill>
                  <a:schemeClr val="dk1"/>
                </a:solidFill>
                <a:latin typeface="Calibri"/>
                <a:ea typeface="Calibri"/>
                <a:cs typeface="Calibri"/>
                <a:sym typeface="Calibri"/>
              </a:rPr>
              <a:t>The physical address is obtained by adding the </a:t>
            </a:r>
            <a:r>
              <a:rPr b="1" i="0" lang="en-US" sz="2800" u="none">
                <a:solidFill>
                  <a:schemeClr val="dk1"/>
                </a:solidFill>
                <a:latin typeface="Calibri"/>
                <a:ea typeface="Calibri"/>
                <a:cs typeface="Calibri"/>
                <a:sym typeface="Calibri"/>
              </a:rPr>
              <a:t>base address </a:t>
            </a:r>
            <a:r>
              <a:rPr b="0" i="0" lang="en-US" sz="2800" u="none">
                <a:solidFill>
                  <a:schemeClr val="dk1"/>
                </a:solidFill>
                <a:latin typeface="Calibri"/>
                <a:ea typeface="Calibri"/>
                <a:cs typeface="Calibri"/>
                <a:sym typeface="Calibri"/>
              </a:rPr>
              <a:t>of the segment to the segment offset.</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1" name="Shape 381"/>
        <p:cNvGrpSpPr/>
        <p:nvPr/>
      </p:nvGrpSpPr>
      <p:grpSpPr>
        <a:xfrm>
          <a:off x="0" y="0"/>
          <a:ext cx="0" cy="0"/>
          <a:chOff x="0" y="0"/>
          <a:chExt cx="0" cy="0"/>
        </a:xfrm>
      </p:grpSpPr>
      <p:sp>
        <p:nvSpPr>
          <p:cNvPr id="382" name="Google Shape;382;p62"/>
          <p:cNvSpPr txBox="1"/>
          <p:nvPr>
            <p:ph idx="1" type="body"/>
          </p:nvPr>
        </p:nvSpPr>
        <p:spPr>
          <a:xfrm>
            <a:off x="1108075" y="1633537"/>
            <a:ext cx="7807325" cy="5256212"/>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Clr>
                <a:schemeClr val="dk1"/>
              </a:buClr>
              <a:buSzPts val="2800"/>
              <a:buFont typeface="Calibri"/>
              <a:buNone/>
            </a:pPr>
            <a:r>
              <a:rPr b="1" i="0" lang="en-US" sz="2800" u="none">
                <a:solidFill>
                  <a:schemeClr val="dk1"/>
                </a:solidFill>
                <a:latin typeface="Calibri"/>
                <a:ea typeface="Calibri"/>
                <a:cs typeface="Calibri"/>
                <a:sym typeface="Calibri"/>
              </a:rPr>
              <a:t>Segment table:</a:t>
            </a:r>
            <a:r>
              <a:rPr b="0" i="0" lang="en-US" sz="2800" u="none">
                <a:solidFill>
                  <a:schemeClr val="dk1"/>
                </a:solidFill>
                <a:latin typeface="Calibri"/>
                <a:ea typeface="Calibri"/>
                <a:cs typeface="Calibri"/>
                <a:sym typeface="Calibri"/>
              </a:rPr>
              <a:t> </a:t>
            </a:r>
            <a:endParaRPr/>
          </a:p>
          <a:p>
            <a:pPr indent="0" lvl="0" marL="0" rtl="0" algn="l">
              <a:lnSpc>
                <a:spcPct val="100000"/>
              </a:lnSpc>
              <a:spcBef>
                <a:spcPts val="560"/>
              </a:spcBef>
              <a:spcAft>
                <a:spcPts val="0"/>
              </a:spcAft>
              <a:buClr>
                <a:schemeClr val="dk1"/>
              </a:buClr>
              <a:buSzPts val="2800"/>
              <a:buFont typeface="Calibri"/>
              <a:buNone/>
            </a:pPr>
            <a:r>
              <a:rPr b="0" i="0" lang="en-US" sz="2800" u="none">
                <a:solidFill>
                  <a:schemeClr val="dk1"/>
                </a:solidFill>
                <a:latin typeface="Calibri"/>
                <a:ea typeface="Calibri"/>
                <a:cs typeface="Calibri"/>
                <a:sym typeface="Calibri"/>
              </a:rPr>
              <a:t>A segment table stores the base address of each segment in the main memory. It has two parts i.e. </a:t>
            </a:r>
            <a:r>
              <a:rPr b="1" i="0" lang="en-US" sz="2800" u="none">
                <a:solidFill>
                  <a:schemeClr val="dk1"/>
                </a:solidFill>
                <a:latin typeface="Calibri"/>
                <a:ea typeface="Calibri"/>
                <a:cs typeface="Calibri"/>
                <a:sym typeface="Calibri"/>
              </a:rPr>
              <a:t>Base and Limit</a:t>
            </a:r>
            <a:r>
              <a:rPr b="0" i="0" lang="en-US" sz="2800" u="none">
                <a:solidFill>
                  <a:schemeClr val="dk1"/>
                </a:solidFill>
                <a:latin typeface="Calibri"/>
                <a:ea typeface="Calibri"/>
                <a:cs typeface="Calibri"/>
                <a:sym typeface="Calibri"/>
              </a:rPr>
              <a:t>. </a:t>
            </a:r>
            <a:endParaRPr/>
          </a:p>
          <a:p>
            <a:pPr indent="0" lvl="0" marL="0" rtl="0" algn="l">
              <a:lnSpc>
                <a:spcPct val="100000"/>
              </a:lnSpc>
              <a:spcBef>
                <a:spcPts val="560"/>
              </a:spcBef>
              <a:spcAft>
                <a:spcPts val="0"/>
              </a:spcAft>
              <a:buClr>
                <a:schemeClr val="dk1"/>
              </a:buClr>
              <a:buSzPts val="2800"/>
              <a:buFont typeface="Calibri"/>
              <a:buNone/>
            </a:pPr>
            <a:r>
              <a:t/>
            </a:r>
            <a:endParaRPr b="0" i="0" sz="2800" u="none">
              <a:solidFill>
                <a:schemeClr val="dk1"/>
              </a:solidFill>
              <a:latin typeface="Calibri"/>
              <a:ea typeface="Calibri"/>
              <a:cs typeface="Calibri"/>
              <a:sym typeface="Calibri"/>
            </a:endParaRPr>
          </a:p>
          <a:p>
            <a:pPr indent="0" lvl="0" marL="0" rtl="0" algn="l">
              <a:lnSpc>
                <a:spcPct val="100000"/>
              </a:lnSpc>
              <a:spcBef>
                <a:spcPts val="560"/>
              </a:spcBef>
              <a:spcAft>
                <a:spcPts val="0"/>
              </a:spcAft>
              <a:buClr>
                <a:schemeClr val="dk1"/>
              </a:buClr>
              <a:buSzPts val="2800"/>
              <a:buFont typeface="Calibri"/>
              <a:buNone/>
            </a:pPr>
            <a:r>
              <a:rPr b="1" i="0" lang="en-US" sz="2800" u="none">
                <a:solidFill>
                  <a:schemeClr val="dk1"/>
                </a:solidFill>
                <a:latin typeface="Calibri"/>
                <a:ea typeface="Calibri"/>
                <a:cs typeface="Calibri"/>
                <a:sym typeface="Calibri"/>
              </a:rPr>
              <a:t>Base </a:t>
            </a:r>
            <a:r>
              <a:rPr b="0" i="0" lang="en-US" sz="2800" u="none">
                <a:solidFill>
                  <a:schemeClr val="dk1"/>
                </a:solidFill>
                <a:latin typeface="Calibri"/>
                <a:ea typeface="Calibri"/>
                <a:cs typeface="Calibri"/>
                <a:sym typeface="Calibri"/>
              </a:rPr>
              <a:t>indicates the base address or </a:t>
            </a:r>
            <a:r>
              <a:rPr b="0" i="0" lang="en-US" sz="2800" u="sng">
                <a:solidFill>
                  <a:schemeClr val="dk1"/>
                </a:solidFill>
                <a:latin typeface="Calibri"/>
                <a:ea typeface="Calibri"/>
                <a:cs typeface="Calibri"/>
                <a:sym typeface="Calibri"/>
              </a:rPr>
              <a:t>starting address of the segment</a:t>
            </a:r>
            <a:r>
              <a:rPr b="0" i="0" lang="en-US" sz="2800" u="none">
                <a:solidFill>
                  <a:schemeClr val="dk1"/>
                </a:solidFill>
                <a:latin typeface="Calibri"/>
                <a:ea typeface="Calibri"/>
                <a:cs typeface="Calibri"/>
                <a:sym typeface="Calibri"/>
              </a:rPr>
              <a:t> in the main memory. </a:t>
            </a:r>
            <a:endParaRPr/>
          </a:p>
          <a:p>
            <a:pPr indent="0" lvl="0" marL="0" rtl="0" algn="l">
              <a:lnSpc>
                <a:spcPct val="100000"/>
              </a:lnSpc>
              <a:spcBef>
                <a:spcPts val="560"/>
              </a:spcBef>
              <a:spcAft>
                <a:spcPts val="0"/>
              </a:spcAft>
              <a:buClr>
                <a:schemeClr val="dk1"/>
              </a:buClr>
              <a:buSzPts val="2800"/>
              <a:buFont typeface="Calibri"/>
              <a:buNone/>
            </a:pPr>
            <a:r>
              <a:rPr b="1" i="0" lang="en-US" sz="2800" u="none">
                <a:solidFill>
                  <a:schemeClr val="dk1"/>
                </a:solidFill>
                <a:latin typeface="Calibri"/>
                <a:ea typeface="Calibri"/>
                <a:cs typeface="Calibri"/>
                <a:sym typeface="Calibri"/>
              </a:rPr>
              <a:t>Limit </a:t>
            </a:r>
            <a:r>
              <a:rPr b="0" i="0" lang="en-US" sz="2800" u="none">
                <a:solidFill>
                  <a:schemeClr val="dk1"/>
                </a:solidFill>
                <a:latin typeface="Calibri"/>
                <a:ea typeface="Calibri"/>
                <a:cs typeface="Calibri"/>
                <a:sym typeface="Calibri"/>
              </a:rPr>
              <a:t>tells the </a:t>
            </a:r>
            <a:r>
              <a:rPr b="0" i="0" lang="en-US" sz="2800" u="sng">
                <a:solidFill>
                  <a:schemeClr val="dk1"/>
                </a:solidFill>
                <a:latin typeface="Calibri"/>
                <a:ea typeface="Calibri"/>
                <a:cs typeface="Calibri"/>
                <a:sym typeface="Calibri"/>
              </a:rPr>
              <a:t>size of that segment</a:t>
            </a:r>
            <a:r>
              <a:rPr b="0" i="0" lang="en-US" sz="2800" u="none">
                <a:solidFill>
                  <a:schemeClr val="dk1"/>
                </a:solidFill>
                <a:latin typeface="Calibri"/>
                <a:ea typeface="Calibri"/>
                <a:cs typeface="Calibri"/>
                <a:sym typeface="Calibri"/>
              </a:rPr>
              <a:t>. </a:t>
            </a:r>
            <a:endParaRPr/>
          </a:p>
          <a:p>
            <a:pPr indent="0" lvl="0" marL="0" rtl="0" algn="l">
              <a:lnSpc>
                <a:spcPct val="100000"/>
              </a:lnSpc>
              <a:spcBef>
                <a:spcPts val="560"/>
              </a:spcBef>
              <a:spcAft>
                <a:spcPts val="0"/>
              </a:spcAft>
              <a:buClr>
                <a:schemeClr val="dk1"/>
              </a:buClr>
              <a:buSzPts val="2800"/>
              <a:buFont typeface="Calibri"/>
              <a:buNone/>
            </a:pPr>
            <a:r>
              <a:t/>
            </a:r>
            <a:endParaRPr b="0" i="0" sz="2800" u="none">
              <a:solidFill>
                <a:schemeClr val="dk1"/>
              </a:solidFill>
              <a:latin typeface="Calibri"/>
              <a:ea typeface="Calibri"/>
              <a:cs typeface="Calibri"/>
              <a:sym typeface="Calibri"/>
            </a:endParaRPr>
          </a:p>
          <a:p>
            <a:pPr indent="0" lvl="0" marL="0" rtl="0" algn="l">
              <a:lnSpc>
                <a:spcPct val="100000"/>
              </a:lnSpc>
              <a:spcBef>
                <a:spcPts val="560"/>
              </a:spcBef>
              <a:spcAft>
                <a:spcPts val="0"/>
              </a:spcAft>
              <a:buClr>
                <a:schemeClr val="dk1"/>
              </a:buClr>
              <a:buSzPts val="2800"/>
              <a:buFont typeface="Calibri"/>
              <a:buNone/>
            </a:pPr>
            <a:r>
              <a:rPr b="0" i="0" lang="en-US" sz="2800" u="none">
                <a:solidFill>
                  <a:schemeClr val="dk1"/>
                </a:solidFill>
                <a:latin typeface="Calibri"/>
                <a:ea typeface="Calibri"/>
                <a:cs typeface="Calibri"/>
                <a:sym typeface="Calibri"/>
              </a:rPr>
              <a:t>A register called Segment Table Base Register(</a:t>
            </a:r>
            <a:r>
              <a:rPr b="0" i="0" lang="en-US" sz="2800" u="sng">
                <a:solidFill>
                  <a:schemeClr val="dk1"/>
                </a:solidFill>
                <a:latin typeface="Calibri"/>
                <a:ea typeface="Calibri"/>
                <a:cs typeface="Calibri"/>
                <a:sym typeface="Calibri"/>
              </a:rPr>
              <a:t>STBR</a:t>
            </a:r>
            <a:r>
              <a:rPr b="0" i="0" lang="en-US" sz="2800" u="none">
                <a:solidFill>
                  <a:schemeClr val="dk1"/>
                </a:solidFill>
                <a:latin typeface="Calibri"/>
                <a:ea typeface="Calibri"/>
                <a:cs typeface="Calibri"/>
                <a:sym typeface="Calibri"/>
              </a:rPr>
              <a:t>) which holds the base value of the segment table. </a:t>
            </a:r>
            <a:endParaRPr/>
          </a:p>
        </p:txBody>
      </p:sp>
      <p:sp>
        <p:nvSpPr>
          <p:cNvPr id="383" name="Google Shape;383;p62"/>
          <p:cNvSpPr txBox="1"/>
          <p:nvPr>
            <p:ph type="title"/>
          </p:nvPr>
        </p:nvSpPr>
        <p:spPr>
          <a:xfrm>
            <a:off x="1123950" y="228600"/>
            <a:ext cx="7312025" cy="98425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Clr>
                <a:srgbClr val="006FBF"/>
              </a:buClr>
              <a:buSzPts val="3200"/>
              <a:buFont typeface="Cambria"/>
              <a:buNone/>
            </a:pPr>
            <a:r>
              <a:rPr b="1" i="0" lang="en-US" sz="3200" u="none">
                <a:solidFill>
                  <a:srgbClr val="006FBF"/>
                </a:solidFill>
                <a:latin typeface="Cambria"/>
                <a:ea typeface="Cambria"/>
                <a:cs typeface="Cambria"/>
                <a:sym typeface="Cambria"/>
              </a:rPr>
              <a:t>Translation of logical Address into physical Address  contd..</a:t>
            </a:r>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p63"/>
          <p:cNvSpPr txBox="1"/>
          <p:nvPr>
            <p:ph type="title"/>
          </p:nvPr>
        </p:nvSpPr>
        <p:spPr>
          <a:xfrm>
            <a:off x="1111250" y="304800"/>
            <a:ext cx="7159625" cy="1108075"/>
          </a:xfrm>
          <a:prstGeom prst="rect">
            <a:avLst/>
          </a:prstGeom>
          <a:noFill/>
          <a:ln>
            <a:noFill/>
          </a:ln>
        </p:spPr>
        <p:txBody>
          <a:bodyPr anchorCtr="0" anchor="t" bIns="0" lIns="0" spcFirstLastPara="1" rIns="0" wrap="square" tIns="0">
            <a:spAutoFit/>
          </a:bodyPr>
          <a:lstStyle/>
          <a:p>
            <a:pPr indent="0" lvl="0" marL="0" rtl="0" algn="ctr">
              <a:lnSpc>
                <a:spcPct val="100000"/>
              </a:lnSpc>
              <a:spcBef>
                <a:spcPts val="0"/>
              </a:spcBef>
              <a:spcAft>
                <a:spcPts val="0"/>
              </a:spcAft>
              <a:buClr>
                <a:srgbClr val="006FBF"/>
              </a:buClr>
              <a:buSzPts val="3600"/>
              <a:buFont typeface="Cambria"/>
              <a:buNone/>
            </a:pPr>
            <a:r>
              <a:rPr b="1" i="0" lang="en-US" sz="3600" u="none">
                <a:solidFill>
                  <a:srgbClr val="006FBF"/>
                </a:solidFill>
                <a:latin typeface="Cambria"/>
                <a:ea typeface="Cambria"/>
                <a:cs typeface="Cambria"/>
                <a:sym typeface="Cambria"/>
              </a:rPr>
              <a:t>How is the translation done?</a:t>
            </a:r>
            <a:br>
              <a:rPr b="1" i="0" lang="en-US" sz="3600" u="none">
                <a:solidFill>
                  <a:srgbClr val="006FBF"/>
                </a:solidFill>
                <a:latin typeface="Cambria"/>
                <a:ea typeface="Cambria"/>
                <a:cs typeface="Cambria"/>
                <a:sym typeface="Cambria"/>
              </a:rPr>
            </a:br>
            <a:endParaRPr/>
          </a:p>
        </p:txBody>
      </p:sp>
      <p:sp>
        <p:nvSpPr>
          <p:cNvPr id="389" name="Google Shape;389;p63"/>
          <p:cNvSpPr txBox="1"/>
          <p:nvPr>
            <p:ph idx="1" type="body"/>
          </p:nvPr>
        </p:nvSpPr>
        <p:spPr>
          <a:xfrm>
            <a:off x="1085850" y="1981200"/>
            <a:ext cx="7829550" cy="3619500"/>
          </a:xfrm>
          <a:prstGeom prst="rect">
            <a:avLst/>
          </a:prstGeom>
          <a:noFill/>
          <a:ln>
            <a:noFill/>
          </a:ln>
        </p:spPr>
        <p:txBody>
          <a:bodyPr anchorCtr="0" anchor="t" bIns="0" lIns="0" spcFirstLastPara="1" rIns="0" wrap="square" tIns="0">
            <a:spAutoFit/>
          </a:bodyPr>
          <a:lstStyle/>
          <a:p>
            <a:pPr indent="-152400" lvl="0" marL="0" rtl="0" algn="just">
              <a:lnSpc>
                <a:spcPct val="100000"/>
              </a:lnSpc>
              <a:spcBef>
                <a:spcPts val="0"/>
              </a:spcBef>
              <a:spcAft>
                <a:spcPts val="0"/>
              </a:spcAft>
              <a:buClr>
                <a:schemeClr val="dk1"/>
              </a:buClr>
              <a:buSzPts val="2400"/>
              <a:buFont typeface="Calibri"/>
              <a:buChar char="•"/>
            </a:pPr>
            <a:r>
              <a:rPr b="0" i="0" lang="en-US" sz="2400" u="none">
                <a:solidFill>
                  <a:schemeClr val="dk1"/>
                </a:solidFill>
                <a:latin typeface="Calibri"/>
                <a:ea typeface="Calibri"/>
                <a:cs typeface="Calibri"/>
                <a:sym typeface="Calibri"/>
              </a:rPr>
              <a:t>The CPU generates the logical address which contains the segment </a:t>
            </a:r>
            <a:r>
              <a:rPr b="1" i="0" lang="en-US" sz="2400" u="none">
                <a:solidFill>
                  <a:schemeClr val="dk1"/>
                </a:solidFill>
                <a:latin typeface="Calibri"/>
                <a:ea typeface="Calibri"/>
                <a:cs typeface="Calibri"/>
                <a:sym typeface="Calibri"/>
              </a:rPr>
              <a:t>number</a:t>
            </a:r>
            <a:r>
              <a:rPr b="0" i="0" lang="en-US" sz="2400" u="none">
                <a:solidFill>
                  <a:schemeClr val="dk1"/>
                </a:solidFill>
                <a:latin typeface="Calibri"/>
                <a:ea typeface="Calibri"/>
                <a:cs typeface="Calibri"/>
                <a:sym typeface="Calibri"/>
              </a:rPr>
              <a:t> and the segment </a:t>
            </a:r>
            <a:r>
              <a:rPr b="1" i="0" lang="en-US" sz="2400" u="none">
                <a:solidFill>
                  <a:schemeClr val="dk1"/>
                </a:solidFill>
                <a:latin typeface="Calibri"/>
                <a:ea typeface="Calibri"/>
                <a:cs typeface="Calibri"/>
                <a:sym typeface="Calibri"/>
              </a:rPr>
              <a:t>offset</a:t>
            </a:r>
            <a:r>
              <a:rPr b="0" i="0" lang="en-US" sz="2400" u="none">
                <a:solidFill>
                  <a:schemeClr val="dk1"/>
                </a:solidFill>
                <a:latin typeface="Calibri"/>
                <a:ea typeface="Calibri"/>
                <a:cs typeface="Calibri"/>
                <a:sym typeface="Calibri"/>
              </a:rPr>
              <a:t>.</a:t>
            </a:r>
            <a:endParaRPr/>
          </a:p>
          <a:p>
            <a:pPr indent="0" lvl="0" marL="0" rtl="0" algn="just">
              <a:lnSpc>
                <a:spcPct val="100000"/>
              </a:lnSpc>
              <a:spcBef>
                <a:spcPts val="480"/>
              </a:spcBef>
              <a:spcAft>
                <a:spcPts val="0"/>
              </a:spcAft>
              <a:buClr>
                <a:schemeClr val="dk1"/>
              </a:buClr>
              <a:buSzPts val="2400"/>
              <a:buFont typeface="Calibri"/>
              <a:buNone/>
            </a:pPr>
            <a:r>
              <a:t/>
            </a:r>
            <a:endParaRPr b="0" i="0" sz="2400" u="none">
              <a:solidFill>
                <a:schemeClr val="dk1"/>
              </a:solidFill>
              <a:latin typeface="Calibri"/>
              <a:ea typeface="Calibri"/>
              <a:cs typeface="Calibri"/>
              <a:sym typeface="Calibri"/>
            </a:endParaRPr>
          </a:p>
          <a:p>
            <a:pPr indent="-152400" lvl="0" marL="0" rtl="0" algn="just">
              <a:lnSpc>
                <a:spcPct val="100000"/>
              </a:lnSpc>
              <a:spcBef>
                <a:spcPts val="480"/>
              </a:spcBef>
              <a:spcAft>
                <a:spcPts val="0"/>
              </a:spcAft>
              <a:buClr>
                <a:schemeClr val="dk1"/>
              </a:buClr>
              <a:buSzPts val="2400"/>
              <a:buFont typeface="Calibri"/>
              <a:buChar char="•"/>
            </a:pPr>
            <a:r>
              <a:rPr b="1" i="0" lang="en-US" sz="2400" u="none">
                <a:solidFill>
                  <a:schemeClr val="dk1"/>
                </a:solidFill>
                <a:latin typeface="Calibri"/>
                <a:ea typeface="Calibri"/>
                <a:cs typeface="Calibri"/>
                <a:sym typeface="Calibri"/>
              </a:rPr>
              <a:t>STBR</a:t>
            </a:r>
            <a:r>
              <a:rPr b="0" i="0" lang="en-US" sz="2400" u="none">
                <a:solidFill>
                  <a:schemeClr val="dk1"/>
                </a:solidFill>
                <a:latin typeface="Calibri"/>
                <a:ea typeface="Calibri"/>
                <a:cs typeface="Calibri"/>
                <a:sym typeface="Calibri"/>
              </a:rPr>
              <a:t> register contains the address of the segment table. Now, the segment table helps in determining the</a:t>
            </a:r>
            <a:r>
              <a:rPr b="1" i="0" lang="en-US" sz="2400" u="none">
                <a:solidFill>
                  <a:schemeClr val="dk1"/>
                </a:solidFill>
                <a:latin typeface="Calibri"/>
                <a:ea typeface="Calibri"/>
                <a:cs typeface="Calibri"/>
                <a:sym typeface="Calibri"/>
              </a:rPr>
              <a:t> base address of the segment </a:t>
            </a:r>
            <a:r>
              <a:rPr b="0" i="0" lang="en-US" sz="2400" u="none">
                <a:solidFill>
                  <a:schemeClr val="dk1"/>
                </a:solidFill>
                <a:latin typeface="Calibri"/>
                <a:ea typeface="Calibri"/>
                <a:cs typeface="Calibri"/>
                <a:sym typeface="Calibri"/>
              </a:rPr>
              <a:t>corresponding to the segment number. </a:t>
            </a:r>
            <a:endParaRPr/>
          </a:p>
          <a:p>
            <a:pPr indent="0" lvl="0" marL="0" rtl="0" algn="just">
              <a:lnSpc>
                <a:spcPct val="100000"/>
              </a:lnSpc>
              <a:spcBef>
                <a:spcPts val="480"/>
              </a:spcBef>
              <a:spcAft>
                <a:spcPts val="0"/>
              </a:spcAft>
              <a:buClr>
                <a:schemeClr val="dk1"/>
              </a:buClr>
              <a:buSzPts val="2400"/>
              <a:buFont typeface="Calibri"/>
              <a:buNone/>
            </a:pPr>
            <a:r>
              <a:t/>
            </a:r>
            <a:endParaRPr b="0" i="0" sz="2400" u="none">
              <a:solidFill>
                <a:schemeClr val="dk1"/>
              </a:solidFill>
              <a:latin typeface="Calibri"/>
              <a:ea typeface="Calibri"/>
              <a:cs typeface="Calibri"/>
              <a:sym typeface="Calibri"/>
            </a:endParaRPr>
          </a:p>
          <a:p>
            <a:pPr indent="-152400" lvl="0" marL="0" rtl="0" algn="just">
              <a:lnSpc>
                <a:spcPct val="100000"/>
              </a:lnSpc>
              <a:spcBef>
                <a:spcPts val="480"/>
              </a:spcBef>
              <a:spcAft>
                <a:spcPts val="0"/>
              </a:spcAft>
              <a:buClr>
                <a:schemeClr val="dk1"/>
              </a:buClr>
              <a:buSzPts val="2400"/>
              <a:buFont typeface="Calibri"/>
              <a:buChar char="•"/>
            </a:pPr>
            <a:r>
              <a:rPr b="0" i="0" lang="en-US" sz="2400" u="none">
                <a:solidFill>
                  <a:schemeClr val="dk1"/>
                </a:solidFill>
                <a:latin typeface="Calibri"/>
                <a:ea typeface="Calibri"/>
                <a:cs typeface="Calibri"/>
                <a:sym typeface="Calibri"/>
              </a:rPr>
              <a:t>Now, the segment offset is compared with the limit corresponding to the Base. </a:t>
            </a:r>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3" name="Shape 393"/>
        <p:cNvGrpSpPr/>
        <p:nvPr/>
      </p:nvGrpSpPr>
      <p:grpSpPr>
        <a:xfrm>
          <a:off x="0" y="0"/>
          <a:ext cx="0" cy="0"/>
          <a:chOff x="0" y="0"/>
          <a:chExt cx="0" cy="0"/>
        </a:xfrm>
      </p:grpSpPr>
      <p:sp>
        <p:nvSpPr>
          <p:cNvPr id="394" name="Google Shape;394;p64"/>
          <p:cNvSpPr txBox="1"/>
          <p:nvPr>
            <p:ph type="title"/>
          </p:nvPr>
        </p:nvSpPr>
        <p:spPr>
          <a:xfrm>
            <a:off x="1066800" y="457200"/>
            <a:ext cx="6705600" cy="984250"/>
          </a:xfrm>
          <a:prstGeom prst="rect">
            <a:avLst/>
          </a:prstGeom>
          <a:noFill/>
          <a:ln>
            <a:noFill/>
          </a:ln>
        </p:spPr>
        <p:txBody>
          <a:bodyPr anchorCtr="0" anchor="t" bIns="0" lIns="0" spcFirstLastPara="1" rIns="0" wrap="square" tIns="0">
            <a:spAutoFit/>
          </a:bodyPr>
          <a:lstStyle/>
          <a:p>
            <a:pPr indent="0" lvl="0" marL="0" rtl="0" algn="ctr">
              <a:lnSpc>
                <a:spcPct val="100000"/>
              </a:lnSpc>
              <a:spcBef>
                <a:spcPts val="0"/>
              </a:spcBef>
              <a:spcAft>
                <a:spcPts val="0"/>
              </a:spcAft>
              <a:buClr>
                <a:srgbClr val="006FBF"/>
              </a:buClr>
              <a:buSzPts val="3200"/>
              <a:buFont typeface="Cambria"/>
              <a:buNone/>
            </a:pPr>
            <a:r>
              <a:rPr b="1" i="0" lang="en-US" sz="3200" u="none">
                <a:solidFill>
                  <a:srgbClr val="006FBF"/>
                </a:solidFill>
                <a:latin typeface="Cambria"/>
                <a:ea typeface="Cambria"/>
                <a:cs typeface="Cambria"/>
                <a:sym typeface="Cambria"/>
              </a:rPr>
              <a:t>How is the translation done? </a:t>
            </a:r>
            <a:r>
              <a:rPr b="1" i="0" lang="en-US" sz="2400" u="none">
                <a:solidFill>
                  <a:srgbClr val="006FBF"/>
                </a:solidFill>
                <a:latin typeface="Cambria"/>
                <a:ea typeface="Cambria"/>
                <a:cs typeface="Cambria"/>
                <a:sym typeface="Cambria"/>
              </a:rPr>
              <a:t>Contd..</a:t>
            </a:r>
            <a:br>
              <a:rPr b="1" i="0" lang="en-US" sz="3200" u="none">
                <a:solidFill>
                  <a:srgbClr val="006FBF"/>
                </a:solidFill>
                <a:latin typeface="Cambria"/>
                <a:ea typeface="Cambria"/>
                <a:cs typeface="Cambria"/>
                <a:sym typeface="Cambria"/>
              </a:rPr>
            </a:br>
            <a:endParaRPr/>
          </a:p>
        </p:txBody>
      </p:sp>
      <p:sp>
        <p:nvSpPr>
          <p:cNvPr id="395" name="Google Shape;395;p64"/>
          <p:cNvSpPr txBox="1"/>
          <p:nvPr>
            <p:ph idx="1" type="body"/>
          </p:nvPr>
        </p:nvSpPr>
        <p:spPr>
          <a:xfrm>
            <a:off x="914400" y="2057400"/>
            <a:ext cx="7845425" cy="4062412"/>
          </a:xfrm>
          <a:prstGeom prst="rect">
            <a:avLst/>
          </a:prstGeom>
          <a:noFill/>
          <a:ln>
            <a:noFill/>
          </a:ln>
        </p:spPr>
        <p:txBody>
          <a:bodyPr anchorCtr="0" anchor="t" bIns="0" lIns="0" spcFirstLastPara="1" rIns="0" wrap="square" tIns="0">
            <a:spAutoFit/>
          </a:bodyPr>
          <a:lstStyle/>
          <a:p>
            <a:pPr indent="-152400" lvl="0" marL="0" rtl="0" algn="l">
              <a:lnSpc>
                <a:spcPct val="100000"/>
              </a:lnSpc>
              <a:spcBef>
                <a:spcPts val="0"/>
              </a:spcBef>
              <a:spcAft>
                <a:spcPts val="0"/>
              </a:spcAft>
              <a:buClr>
                <a:schemeClr val="dk1"/>
              </a:buClr>
              <a:buSzPts val="2400"/>
              <a:buFont typeface="Calibri"/>
              <a:buChar char="•"/>
            </a:pPr>
            <a:r>
              <a:rPr b="0" i="0" lang="en-US" sz="2400" u="none">
                <a:solidFill>
                  <a:schemeClr val="dk1"/>
                </a:solidFill>
                <a:latin typeface="Calibri"/>
                <a:ea typeface="Calibri"/>
                <a:cs typeface="Calibri"/>
                <a:sym typeface="Calibri"/>
              </a:rPr>
              <a:t>If the </a:t>
            </a:r>
            <a:r>
              <a:rPr b="1" i="0" lang="en-US" sz="2400" u="none">
                <a:solidFill>
                  <a:schemeClr val="dk1"/>
                </a:solidFill>
                <a:latin typeface="Calibri"/>
                <a:ea typeface="Calibri"/>
                <a:cs typeface="Calibri"/>
                <a:sym typeface="Calibri"/>
              </a:rPr>
              <a:t>segment offset</a:t>
            </a:r>
            <a:r>
              <a:rPr b="0" i="0" lang="en-US" sz="2400" u="none">
                <a:solidFill>
                  <a:schemeClr val="dk1"/>
                </a:solidFill>
                <a:latin typeface="Calibri"/>
                <a:ea typeface="Calibri"/>
                <a:cs typeface="Calibri"/>
                <a:sym typeface="Calibri"/>
              </a:rPr>
              <a:t> is greater than the</a:t>
            </a:r>
            <a:r>
              <a:rPr b="1" i="0" lang="en-US" sz="2400" u="none">
                <a:solidFill>
                  <a:schemeClr val="dk1"/>
                </a:solidFill>
                <a:latin typeface="Calibri"/>
                <a:ea typeface="Calibri"/>
                <a:cs typeface="Calibri"/>
                <a:sym typeface="Calibri"/>
              </a:rPr>
              <a:t> limit </a:t>
            </a:r>
            <a:r>
              <a:rPr b="0" i="0" lang="en-US" sz="2400" u="none">
                <a:solidFill>
                  <a:schemeClr val="dk1"/>
                </a:solidFill>
                <a:latin typeface="Calibri"/>
                <a:ea typeface="Calibri"/>
                <a:cs typeface="Calibri"/>
                <a:sym typeface="Calibri"/>
              </a:rPr>
              <a:t>then it is an invalid address. </a:t>
            </a:r>
            <a:endParaRPr/>
          </a:p>
          <a:p>
            <a:pPr indent="-152400" lvl="0" marL="0" rtl="0" algn="l">
              <a:lnSpc>
                <a:spcPct val="100000"/>
              </a:lnSpc>
              <a:spcBef>
                <a:spcPts val="480"/>
              </a:spcBef>
              <a:spcAft>
                <a:spcPts val="0"/>
              </a:spcAft>
              <a:buClr>
                <a:schemeClr val="dk1"/>
              </a:buClr>
              <a:buSzPts val="2400"/>
              <a:buFont typeface="Calibri"/>
              <a:buChar char="•"/>
            </a:pPr>
            <a:r>
              <a:rPr b="0" i="0" lang="en-US" sz="2400" u="none">
                <a:solidFill>
                  <a:schemeClr val="dk1"/>
                </a:solidFill>
                <a:latin typeface="Calibri"/>
                <a:ea typeface="Calibri"/>
                <a:cs typeface="Calibri"/>
                <a:sym typeface="Calibri"/>
              </a:rPr>
              <a:t>This is because the CPU is trying to access a word in the segment and this value is greater than the size of the segment itself which is not possible.</a:t>
            </a:r>
            <a:endParaRPr/>
          </a:p>
          <a:p>
            <a:pPr indent="-152400" lvl="0" marL="0" rtl="0" algn="l">
              <a:lnSpc>
                <a:spcPct val="100000"/>
              </a:lnSpc>
              <a:spcBef>
                <a:spcPts val="480"/>
              </a:spcBef>
              <a:spcAft>
                <a:spcPts val="0"/>
              </a:spcAft>
              <a:buClr>
                <a:schemeClr val="dk1"/>
              </a:buClr>
              <a:buSzPts val="2400"/>
              <a:buFont typeface="Calibri"/>
              <a:buChar char="•"/>
            </a:pPr>
            <a:r>
              <a:rPr b="0" i="0" lang="en-US" sz="2400" u="none">
                <a:solidFill>
                  <a:schemeClr val="dk1"/>
                </a:solidFill>
                <a:latin typeface="Calibri"/>
                <a:ea typeface="Calibri"/>
                <a:cs typeface="Calibri"/>
                <a:sym typeface="Calibri"/>
              </a:rPr>
              <a:t> If the segment offset is less than or equal to the limit then only the request is accepted. </a:t>
            </a:r>
            <a:endParaRPr/>
          </a:p>
          <a:p>
            <a:pPr indent="-152400" lvl="0" marL="0" rtl="0" algn="l">
              <a:lnSpc>
                <a:spcPct val="100000"/>
              </a:lnSpc>
              <a:spcBef>
                <a:spcPts val="480"/>
              </a:spcBef>
              <a:spcAft>
                <a:spcPts val="0"/>
              </a:spcAft>
              <a:buClr>
                <a:schemeClr val="dk1"/>
              </a:buClr>
              <a:buSzPts val="2400"/>
              <a:buFont typeface="Calibri"/>
              <a:buChar char="•"/>
            </a:pPr>
            <a:r>
              <a:rPr b="0" i="0" lang="en-US" sz="2400" u="none">
                <a:solidFill>
                  <a:schemeClr val="dk1"/>
                </a:solidFill>
                <a:latin typeface="Calibri"/>
                <a:ea typeface="Calibri"/>
                <a:cs typeface="Calibri"/>
                <a:sym typeface="Calibri"/>
              </a:rPr>
              <a:t>The physical address is generated by adding the base address of the segment to the segment offset.</a:t>
            </a:r>
            <a:endParaRPr/>
          </a:p>
          <a:p>
            <a:pPr indent="0" lvl="0" marL="0" rtl="0" algn="l">
              <a:spcBef>
                <a:spcPts val="480"/>
              </a:spcBef>
              <a:spcAft>
                <a:spcPts val="0"/>
              </a:spcAft>
              <a:buClr>
                <a:schemeClr val="dk1"/>
              </a:buClr>
              <a:buSzPts val="2400"/>
              <a:buFont typeface="Calibri"/>
              <a:buNone/>
            </a:pPr>
            <a:r>
              <a:t/>
            </a:r>
            <a:endParaRPr b="0" i="0" sz="2400" u="none">
              <a:solidFill>
                <a:schemeClr val="dk1"/>
              </a:solidFill>
              <a:latin typeface="Calibri"/>
              <a:ea typeface="Calibri"/>
              <a:cs typeface="Calibri"/>
              <a:sym typeface="Calibri"/>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9" name="Shape 399"/>
        <p:cNvGrpSpPr/>
        <p:nvPr/>
      </p:nvGrpSpPr>
      <p:grpSpPr>
        <a:xfrm>
          <a:off x="0" y="0"/>
          <a:ext cx="0" cy="0"/>
          <a:chOff x="0" y="0"/>
          <a:chExt cx="0" cy="0"/>
        </a:xfrm>
      </p:grpSpPr>
      <p:pic>
        <p:nvPicPr>
          <p:cNvPr id="400" name="Google Shape;400;p65"/>
          <p:cNvPicPr preferRelativeResize="0"/>
          <p:nvPr/>
        </p:nvPicPr>
        <p:blipFill rotWithShape="1">
          <a:blip r:embed="rId3">
            <a:alphaModFix/>
          </a:blip>
          <a:srcRect b="0" l="0" r="0" t="0"/>
          <a:stretch/>
        </p:blipFill>
        <p:spPr>
          <a:xfrm>
            <a:off x="914400" y="762000"/>
            <a:ext cx="7496175" cy="4924425"/>
          </a:xfrm>
          <a:prstGeom prst="rect">
            <a:avLst/>
          </a:prstGeom>
          <a:noFill/>
          <a:ln>
            <a:noFill/>
          </a:ln>
        </p:spPr>
      </p:pic>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 name="Shape 404"/>
        <p:cNvGrpSpPr/>
        <p:nvPr/>
      </p:nvGrpSpPr>
      <p:grpSpPr>
        <a:xfrm>
          <a:off x="0" y="0"/>
          <a:ext cx="0" cy="0"/>
          <a:chOff x="0" y="0"/>
          <a:chExt cx="0" cy="0"/>
        </a:xfrm>
      </p:grpSpPr>
      <p:sp>
        <p:nvSpPr>
          <p:cNvPr id="405" name="Google Shape;405;p66"/>
          <p:cNvSpPr txBox="1"/>
          <p:nvPr>
            <p:ph type="title"/>
          </p:nvPr>
        </p:nvSpPr>
        <p:spPr>
          <a:xfrm>
            <a:off x="1108075" y="381000"/>
            <a:ext cx="6851650" cy="984250"/>
          </a:xfrm>
          <a:prstGeom prst="rect">
            <a:avLst/>
          </a:prstGeom>
          <a:noFill/>
          <a:ln>
            <a:noFill/>
          </a:ln>
        </p:spPr>
        <p:txBody>
          <a:bodyPr anchorCtr="0" anchor="t" bIns="0" lIns="0" spcFirstLastPara="1" rIns="0" wrap="square" tIns="0">
            <a:spAutoFit/>
          </a:bodyPr>
          <a:lstStyle/>
          <a:p>
            <a:pPr indent="0" lvl="0" marL="0" rtl="0" algn="ctr">
              <a:lnSpc>
                <a:spcPct val="100000"/>
              </a:lnSpc>
              <a:spcBef>
                <a:spcPts val="0"/>
              </a:spcBef>
              <a:spcAft>
                <a:spcPts val="0"/>
              </a:spcAft>
              <a:buClr>
                <a:srgbClr val="006FBF"/>
              </a:buClr>
              <a:buSzPts val="3200"/>
              <a:buFont typeface="Cambria"/>
              <a:buNone/>
            </a:pPr>
            <a:r>
              <a:rPr b="1" i="0" lang="en-US" sz="3200" u="none">
                <a:solidFill>
                  <a:srgbClr val="006FBF"/>
                </a:solidFill>
                <a:latin typeface="Cambria"/>
                <a:ea typeface="Cambria"/>
                <a:cs typeface="Cambria"/>
                <a:sym typeface="Cambria"/>
              </a:rPr>
              <a:t>Advantages of Segmentation</a:t>
            </a:r>
            <a:br>
              <a:rPr b="1" i="0" lang="en-US" sz="3200" u="none">
                <a:solidFill>
                  <a:srgbClr val="006FBF"/>
                </a:solidFill>
                <a:latin typeface="Cambria"/>
                <a:ea typeface="Cambria"/>
                <a:cs typeface="Cambria"/>
                <a:sym typeface="Cambria"/>
              </a:rPr>
            </a:br>
            <a:endParaRPr/>
          </a:p>
        </p:txBody>
      </p:sp>
      <p:sp>
        <p:nvSpPr>
          <p:cNvPr id="406" name="Google Shape;406;p66"/>
          <p:cNvSpPr txBox="1"/>
          <p:nvPr>
            <p:ph idx="1" type="body"/>
          </p:nvPr>
        </p:nvSpPr>
        <p:spPr>
          <a:xfrm>
            <a:off x="990600" y="2133600"/>
            <a:ext cx="7924800" cy="2413000"/>
          </a:xfrm>
          <a:prstGeom prst="rect">
            <a:avLst/>
          </a:prstGeom>
          <a:noFill/>
          <a:ln>
            <a:noFill/>
          </a:ln>
        </p:spPr>
        <p:txBody>
          <a:bodyPr anchorCtr="0" anchor="t" bIns="0" lIns="0" spcFirstLastPara="1" rIns="0" wrap="square" tIns="0">
            <a:spAutoFit/>
          </a:bodyPr>
          <a:lstStyle/>
          <a:p>
            <a:pPr indent="-177800" lvl="0" marL="0" rtl="0" algn="l">
              <a:lnSpc>
                <a:spcPct val="100000"/>
              </a:lnSpc>
              <a:spcBef>
                <a:spcPts val="0"/>
              </a:spcBef>
              <a:spcAft>
                <a:spcPts val="0"/>
              </a:spcAft>
              <a:buClr>
                <a:schemeClr val="dk1"/>
              </a:buClr>
              <a:buSzPts val="2800"/>
              <a:buFont typeface="Calibri"/>
              <a:buChar char="•"/>
            </a:pPr>
            <a:r>
              <a:rPr b="0" i="0" lang="en-US" sz="2800" u="none">
                <a:solidFill>
                  <a:schemeClr val="dk1"/>
                </a:solidFill>
                <a:latin typeface="Calibri"/>
                <a:ea typeface="Calibri"/>
                <a:cs typeface="Calibri"/>
                <a:sym typeface="Calibri"/>
              </a:rPr>
              <a:t>The size of the segment table is less compared to the size of the page table.</a:t>
            </a:r>
            <a:endParaRPr/>
          </a:p>
          <a:p>
            <a:pPr indent="0" lvl="0" marL="0" rtl="0" algn="l">
              <a:lnSpc>
                <a:spcPct val="100000"/>
              </a:lnSpc>
              <a:spcBef>
                <a:spcPts val="560"/>
              </a:spcBef>
              <a:spcAft>
                <a:spcPts val="0"/>
              </a:spcAft>
              <a:buClr>
                <a:schemeClr val="dk1"/>
              </a:buClr>
              <a:buSzPts val="2800"/>
              <a:buFont typeface="Calibri"/>
              <a:buNone/>
            </a:pPr>
            <a:r>
              <a:t/>
            </a:r>
            <a:endParaRPr b="0" i="0" sz="2800" u="none">
              <a:solidFill>
                <a:schemeClr val="dk1"/>
              </a:solidFill>
              <a:latin typeface="Calibri"/>
              <a:ea typeface="Calibri"/>
              <a:cs typeface="Calibri"/>
              <a:sym typeface="Calibri"/>
            </a:endParaRPr>
          </a:p>
          <a:p>
            <a:pPr indent="-177800" lvl="0" marL="0" rtl="0" algn="l">
              <a:lnSpc>
                <a:spcPct val="100000"/>
              </a:lnSpc>
              <a:spcBef>
                <a:spcPts val="560"/>
              </a:spcBef>
              <a:spcAft>
                <a:spcPts val="0"/>
              </a:spcAft>
              <a:buClr>
                <a:schemeClr val="dk1"/>
              </a:buClr>
              <a:buSzPts val="2800"/>
              <a:buFont typeface="Calibri"/>
              <a:buChar char="•"/>
            </a:pPr>
            <a:r>
              <a:rPr b="0" i="0" lang="en-US" sz="2800" u="none">
                <a:solidFill>
                  <a:schemeClr val="dk1"/>
                </a:solidFill>
                <a:latin typeface="Calibri"/>
                <a:ea typeface="Calibri"/>
                <a:cs typeface="Calibri"/>
                <a:sym typeface="Calibri"/>
              </a:rPr>
              <a:t>There is no internal fragmentation.</a:t>
            </a:r>
            <a:endParaRPr/>
          </a:p>
          <a:p>
            <a:pPr indent="0" lvl="0" marL="0" rtl="0" algn="l">
              <a:spcBef>
                <a:spcPts val="560"/>
              </a:spcBef>
              <a:spcAft>
                <a:spcPts val="0"/>
              </a:spcAft>
              <a:buClr>
                <a:schemeClr val="dk1"/>
              </a:buClr>
              <a:buSzPts val="2800"/>
              <a:buFont typeface="Calibri"/>
              <a:buNone/>
            </a:pPr>
            <a:r>
              <a:t/>
            </a:r>
            <a:endParaRPr b="0" i="0" sz="2800" u="none">
              <a:solidFill>
                <a:schemeClr val="dk1"/>
              </a:solidFill>
              <a:latin typeface="Calibri"/>
              <a:ea typeface="Calibri"/>
              <a:cs typeface="Calibri"/>
              <a:sym typeface="Calibri"/>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 name="Shape 410"/>
        <p:cNvGrpSpPr/>
        <p:nvPr/>
      </p:nvGrpSpPr>
      <p:grpSpPr>
        <a:xfrm>
          <a:off x="0" y="0"/>
          <a:ext cx="0" cy="0"/>
          <a:chOff x="0" y="0"/>
          <a:chExt cx="0" cy="0"/>
        </a:xfrm>
      </p:grpSpPr>
      <p:sp>
        <p:nvSpPr>
          <p:cNvPr id="411" name="Google Shape;411;p67"/>
          <p:cNvSpPr txBox="1"/>
          <p:nvPr>
            <p:ph type="title"/>
          </p:nvPr>
        </p:nvSpPr>
        <p:spPr>
          <a:xfrm>
            <a:off x="1108075" y="228600"/>
            <a:ext cx="6851650" cy="1108075"/>
          </a:xfrm>
          <a:prstGeom prst="rect">
            <a:avLst/>
          </a:prstGeom>
          <a:noFill/>
          <a:ln>
            <a:noFill/>
          </a:ln>
        </p:spPr>
        <p:txBody>
          <a:bodyPr anchorCtr="0" anchor="t" bIns="0" lIns="0" spcFirstLastPara="1" rIns="0" wrap="square" tIns="0">
            <a:spAutoFit/>
          </a:bodyPr>
          <a:lstStyle/>
          <a:p>
            <a:pPr indent="0" lvl="0" marL="0" rtl="0" algn="ctr">
              <a:lnSpc>
                <a:spcPct val="100000"/>
              </a:lnSpc>
              <a:spcBef>
                <a:spcPts val="0"/>
              </a:spcBef>
              <a:spcAft>
                <a:spcPts val="0"/>
              </a:spcAft>
              <a:buClr>
                <a:srgbClr val="006FBF"/>
              </a:buClr>
              <a:buSzPts val="3600"/>
              <a:buFont typeface="Cambria"/>
              <a:buNone/>
            </a:pPr>
            <a:r>
              <a:rPr b="1" i="0" lang="en-US" sz="3600" u="none">
                <a:solidFill>
                  <a:srgbClr val="006FBF"/>
                </a:solidFill>
                <a:latin typeface="Cambria"/>
                <a:ea typeface="Cambria"/>
                <a:cs typeface="Cambria"/>
                <a:sym typeface="Cambria"/>
              </a:rPr>
              <a:t>Disadvantages of Segmentation</a:t>
            </a:r>
            <a:br>
              <a:rPr b="1" i="0" lang="en-US" sz="3600" u="none">
                <a:solidFill>
                  <a:srgbClr val="006FBF"/>
                </a:solidFill>
                <a:latin typeface="Cambria"/>
                <a:ea typeface="Cambria"/>
                <a:cs typeface="Cambria"/>
                <a:sym typeface="Cambria"/>
              </a:rPr>
            </a:br>
            <a:endParaRPr/>
          </a:p>
        </p:txBody>
      </p:sp>
      <p:sp>
        <p:nvSpPr>
          <p:cNvPr id="412" name="Google Shape;412;p67"/>
          <p:cNvSpPr txBox="1"/>
          <p:nvPr>
            <p:ph idx="1" type="body"/>
          </p:nvPr>
        </p:nvSpPr>
        <p:spPr>
          <a:xfrm>
            <a:off x="1108075" y="1633537"/>
            <a:ext cx="7654925" cy="4614862"/>
          </a:xfrm>
          <a:prstGeom prst="rect">
            <a:avLst/>
          </a:prstGeom>
          <a:noFill/>
          <a:ln>
            <a:noFill/>
          </a:ln>
        </p:spPr>
        <p:txBody>
          <a:bodyPr anchorCtr="0" anchor="t" bIns="0" lIns="0" spcFirstLastPara="1" rIns="0" wrap="square" tIns="0">
            <a:spAutoFit/>
          </a:bodyPr>
          <a:lstStyle/>
          <a:p>
            <a:pPr indent="-152400" lvl="0" marL="0" rtl="0" algn="l">
              <a:lnSpc>
                <a:spcPct val="100000"/>
              </a:lnSpc>
              <a:spcBef>
                <a:spcPts val="0"/>
              </a:spcBef>
              <a:spcAft>
                <a:spcPts val="0"/>
              </a:spcAft>
              <a:buClr>
                <a:schemeClr val="dk1"/>
              </a:buClr>
              <a:buSzPts val="2400"/>
              <a:buFont typeface="Calibri"/>
              <a:buChar char="•"/>
            </a:pPr>
            <a:r>
              <a:rPr b="0" i="0" lang="en-US" sz="2400" u="none">
                <a:solidFill>
                  <a:schemeClr val="dk1"/>
                </a:solidFill>
                <a:latin typeface="Calibri"/>
                <a:ea typeface="Calibri"/>
                <a:cs typeface="Calibri"/>
                <a:sym typeface="Calibri"/>
              </a:rPr>
              <a:t>When the processes are loaded and removed ( during swapping ) from the main memory then free memory spaces are broken into smaller pieces and this causes </a:t>
            </a:r>
            <a:r>
              <a:rPr b="0" i="0" lang="en-US" sz="2400" u="sng">
                <a:solidFill>
                  <a:schemeClr val="dk1"/>
                </a:solidFill>
                <a:latin typeface="Calibri"/>
                <a:ea typeface="Calibri"/>
                <a:cs typeface="Calibri"/>
                <a:sym typeface="Calibri"/>
              </a:rPr>
              <a:t>external fragmentation.</a:t>
            </a:r>
            <a:endParaRPr/>
          </a:p>
          <a:p>
            <a:pPr indent="-152400" lvl="0" marL="0" rtl="0" algn="l">
              <a:lnSpc>
                <a:spcPct val="100000"/>
              </a:lnSpc>
              <a:spcBef>
                <a:spcPts val="480"/>
              </a:spcBef>
              <a:spcAft>
                <a:spcPts val="0"/>
              </a:spcAft>
              <a:buClr>
                <a:schemeClr val="dk1"/>
              </a:buClr>
              <a:buSzPts val="2400"/>
              <a:buFont typeface="Calibri"/>
              <a:buChar char="•"/>
            </a:pPr>
            <a:r>
              <a:rPr b="0" i="0" lang="en-US" sz="2400" u="none">
                <a:solidFill>
                  <a:schemeClr val="dk1"/>
                </a:solidFill>
                <a:latin typeface="Calibri"/>
                <a:ea typeface="Calibri"/>
                <a:cs typeface="Calibri"/>
                <a:sym typeface="Calibri"/>
              </a:rPr>
              <a:t>Here also the time to access the data increases as due to segmentation the main </a:t>
            </a:r>
            <a:r>
              <a:rPr b="0" i="0" lang="en-US" sz="2400" u="sng">
                <a:solidFill>
                  <a:schemeClr val="dk1"/>
                </a:solidFill>
                <a:latin typeface="Calibri"/>
                <a:ea typeface="Calibri"/>
                <a:cs typeface="Calibri"/>
                <a:sym typeface="Calibri"/>
              </a:rPr>
              <a:t>memory has to be now accessed two times</a:t>
            </a:r>
            <a:r>
              <a:rPr b="0" i="0" lang="en-US" sz="2400" u="none">
                <a:solidFill>
                  <a:schemeClr val="dk1"/>
                </a:solidFill>
                <a:latin typeface="Calibri"/>
                <a:ea typeface="Calibri"/>
                <a:cs typeface="Calibri"/>
                <a:sym typeface="Calibri"/>
              </a:rPr>
              <a:t>. First, we need to access the segment table which is also stored in the main memory and second, combine the base address of the segment with the segment offset and then get the physical address which is again stored in the main memory.</a:t>
            </a:r>
            <a:endParaRPr/>
          </a:p>
          <a:p>
            <a:pPr indent="0" lvl="0" marL="0" rtl="0" algn="l">
              <a:spcBef>
                <a:spcPts val="480"/>
              </a:spcBef>
              <a:spcAft>
                <a:spcPts val="0"/>
              </a:spcAft>
              <a:buClr>
                <a:schemeClr val="dk1"/>
              </a:buClr>
              <a:buSzPts val="2400"/>
              <a:buFont typeface="Calibri"/>
              <a:buNone/>
            </a:pPr>
            <a:r>
              <a:t/>
            </a:r>
            <a:endParaRPr b="0" i="0" sz="2400" u="non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1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